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Notable" charset="1" panose="00000500000000000000"/>
      <p:regular r:id="rId15"/>
    </p:embeddedFont>
    <p:embeddedFont>
      <p:font typeface="Glacial Indifference" charset="1" panose="00000000000000000000"/>
      <p:regular r:id="rId16"/>
    </p:embeddedFont>
    <p:embeddedFont>
      <p:font typeface="Glacial Indifference Bold" charset="1" panose="00000800000000000000"/>
      <p:regular r:id="rId17"/>
    </p:embeddedFont>
    <p:embeddedFont>
      <p:font typeface="DM Serif Display" charset="1" panose="00000000000000000000"/>
      <p:regular r:id="rId18"/>
    </p:embeddedFont>
    <p:embeddedFont>
      <p:font typeface="League Spartan" charset="1" panose="000008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4856" y="2602946"/>
            <a:ext cx="7297822" cy="5081109"/>
          </a:xfrm>
          <a:custGeom>
            <a:avLst/>
            <a:gdLst/>
            <a:ahLst/>
            <a:cxnLst/>
            <a:rect r="r" b="b" t="t" l="l"/>
            <a:pathLst>
              <a:path h="5081109" w="7297822">
                <a:moveTo>
                  <a:pt x="0" y="0"/>
                </a:moveTo>
                <a:lnTo>
                  <a:pt x="7297822" y="0"/>
                </a:lnTo>
                <a:lnTo>
                  <a:pt x="7297822" y="5081108"/>
                </a:lnTo>
                <a:lnTo>
                  <a:pt x="0" y="5081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268664" y="-1474371"/>
            <a:ext cx="5575963" cy="3086100"/>
            <a:chOff x="0" y="0"/>
            <a:chExt cx="1468566" cy="812800"/>
          </a:xfrm>
        </p:grpSpPr>
        <p:sp>
          <p:nvSpPr>
            <p:cNvPr name="Freeform 4" id="4"/>
            <p:cNvSpPr/>
            <p:nvPr/>
          </p:nvSpPr>
          <p:spPr>
            <a:xfrm flipH="false" flipV="false" rot="0">
              <a:off x="0" y="0"/>
              <a:ext cx="1468566" cy="812800"/>
            </a:xfrm>
            <a:custGeom>
              <a:avLst/>
              <a:gdLst/>
              <a:ahLst/>
              <a:cxnLst/>
              <a:rect r="r" b="b" t="t" l="l"/>
              <a:pathLst>
                <a:path h="812800" w="1468566">
                  <a:moveTo>
                    <a:pt x="0" y="0"/>
                  </a:moveTo>
                  <a:lnTo>
                    <a:pt x="1468566" y="0"/>
                  </a:lnTo>
                  <a:lnTo>
                    <a:pt x="1468566" y="812800"/>
                  </a:lnTo>
                  <a:lnTo>
                    <a:pt x="0" y="812800"/>
                  </a:lnTo>
                  <a:close/>
                </a:path>
              </a:pathLst>
            </a:custGeom>
            <a:solidFill>
              <a:srgbClr val="4693B9"/>
            </a:solidFill>
          </p:spPr>
        </p:sp>
        <p:sp>
          <p:nvSpPr>
            <p:cNvPr name="TextBox 5" id="5"/>
            <p:cNvSpPr txBox="true"/>
            <p:nvPr/>
          </p:nvSpPr>
          <p:spPr>
            <a:xfrm>
              <a:off x="0" y="-38100"/>
              <a:ext cx="1468566"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8140069" y="0"/>
            <a:ext cx="5463488" cy="1611729"/>
          </a:xfrm>
          <a:custGeom>
            <a:avLst/>
            <a:gdLst/>
            <a:ahLst/>
            <a:cxnLst/>
            <a:rect r="r" b="b" t="t" l="l"/>
            <a:pathLst>
              <a:path h="1611729" w="5463488">
                <a:moveTo>
                  <a:pt x="0" y="0"/>
                </a:moveTo>
                <a:lnTo>
                  <a:pt x="5463488" y="0"/>
                </a:lnTo>
                <a:lnTo>
                  <a:pt x="5463488" y="1611729"/>
                </a:lnTo>
                <a:lnTo>
                  <a:pt x="0" y="16117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14350" y="8931829"/>
            <a:ext cx="20302190" cy="3086100"/>
            <a:chOff x="0" y="0"/>
            <a:chExt cx="5347079" cy="812800"/>
          </a:xfrm>
        </p:grpSpPr>
        <p:sp>
          <p:nvSpPr>
            <p:cNvPr name="Freeform 8" id="8"/>
            <p:cNvSpPr/>
            <p:nvPr/>
          </p:nvSpPr>
          <p:spPr>
            <a:xfrm flipH="false" flipV="false" rot="0">
              <a:off x="0" y="0"/>
              <a:ext cx="5347079" cy="812800"/>
            </a:xfrm>
            <a:custGeom>
              <a:avLst/>
              <a:gdLst/>
              <a:ahLst/>
              <a:cxnLst/>
              <a:rect r="r" b="b" t="t" l="l"/>
              <a:pathLst>
                <a:path h="812800" w="5347079">
                  <a:moveTo>
                    <a:pt x="0" y="0"/>
                  </a:moveTo>
                  <a:lnTo>
                    <a:pt x="5347079" y="0"/>
                  </a:lnTo>
                  <a:lnTo>
                    <a:pt x="5347079" y="812800"/>
                  </a:lnTo>
                  <a:lnTo>
                    <a:pt x="0" y="812800"/>
                  </a:lnTo>
                  <a:close/>
                </a:path>
              </a:pathLst>
            </a:custGeom>
            <a:solidFill>
              <a:srgbClr val="DBF1FF"/>
            </a:solidFill>
          </p:spPr>
        </p:sp>
        <p:sp>
          <p:nvSpPr>
            <p:cNvPr name="TextBox 9" id="9"/>
            <p:cNvSpPr txBox="true"/>
            <p:nvPr/>
          </p:nvSpPr>
          <p:spPr>
            <a:xfrm>
              <a:off x="0" y="-38100"/>
              <a:ext cx="5347079" cy="8509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868493" y="8674654"/>
            <a:ext cx="16714185" cy="514350"/>
            <a:chOff x="0" y="0"/>
            <a:chExt cx="4402090" cy="135467"/>
          </a:xfrm>
        </p:grpSpPr>
        <p:sp>
          <p:nvSpPr>
            <p:cNvPr name="Freeform 11" id="11"/>
            <p:cNvSpPr/>
            <p:nvPr/>
          </p:nvSpPr>
          <p:spPr>
            <a:xfrm flipH="false" flipV="false" rot="0">
              <a:off x="0" y="0"/>
              <a:ext cx="4402090" cy="135467"/>
            </a:xfrm>
            <a:custGeom>
              <a:avLst/>
              <a:gdLst/>
              <a:ahLst/>
              <a:cxnLst/>
              <a:rect r="r" b="b" t="t" l="l"/>
              <a:pathLst>
                <a:path h="135467" w="4402090">
                  <a:moveTo>
                    <a:pt x="46319" y="0"/>
                  </a:moveTo>
                  <a:lnTo>
                    <a:pt x="4355771" y="0"/>
                  </a:lnTo>
                  <a:cubicBezTo>
                    <a:pt x="4368055" y="0"/>
                    <a:pt x="4379837" y="4880"/>
                    <a:pt x="4388523" y="13567"/>
                  </a:cubicBezTo>
                  <a:cubicBezTo>
                    <a:pt x="4397210" y="22253"/>
                    <a:pt x="4402090" y="34035"/>
                    <a:pt x="4402090" y="46319"/>
                  </a:cubicBezTo>
                  <a:lnTo>
                    <a:pt x="4402090" y="89147"/>
                  </a:lnTo>
                  <a:cubicBezTo>
                    <a:pt x="4402090" y="114729"/>
                    <a:pt x="4381352" y="135467"/>
                    <a:pt x="4355771" y="135467"/>
                  </a:cubicBezTo>
                  <a:lnTo>
                    <a:pt x="46319" y="135467"/>
                  </a:lnTo>
                  <a:cubicBezTo>
                    <a:pt x="34035" y="135467"/>
                    <a:pt x="22253" y="130587"/>
                    <a:pt x="13567" y="121900"/>
                  </a:cubicBezTo>
                  <a:cubicBezTo>
                    <a:pt x="4880" y="113213"/>
                    <a:pt x="0" y="101432"/>
                    <a:pt x="0" y="89147"/>
                  </a:cubicBezTo>
                  <a:lnTo>
                    <a:pt x="0" y="46319"/>
                  </a:lnTo>
                  <a:cubicBezTo>
                    <a:pt x="0" y="34035"/>
                    <a:pt x="4880" y="22253"/>
                    <a:pt x="13567" y="13567"/>
                  </a:cubicBezTo>
                  <a:cubicBezTo>
                    <a:pt x="22253" y="4880"/>
                    <a:pt x="34035" y="0"/>
                    <a:pt x="46319" y="0"/>
                  </a:cubicBezTo>
                  <a:close/>
                </a:path>
              </a:pathLst>
            </a:custGeom>
            <a:solidFill>
              <a:srgbClr val="A2DDD0"/>
            </a:solidFill>
          </p:spPr>
        </p:sp>
        <p:sp>
          <p:nvSpPr>
            <p:cNvPr name="TextBox 12" id="12"/>
            <p:cNvSpPr txBox="true"/>
            <p:nvPr/>
          </p:nvSpPr>
          <p:spPr>
            <a:xfrm>
              <a:off x="0" y="-38100"/>
              <a:ext cx="4402090" cy="173567"/>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868493" y="8674654"/>
            <a:ext cx="15188152" cy="514350"/>
            <a:chOff x="0" y="0"/>
            <a:chExt cx="4000172" cy="135467"/>
          </a:xfrm>
        </p:grpSpPr>
        <p:sp>
          <p:nvSpPr>
            <p:cNvPr name="Freeform 14" id="14"/>
            <p:cNvSpPr/>
            <p:nvPr/>
          </p:nvSpPr>
          <p:spPr>
            <a:xfrm flipH="false" flipV="false" rot="0">
              <a:off x="0" y="0"/>
              <a:ext cx="4000172" cy="135467"/>
            </a:xfrm>
            <a:custGeom>
              <a:avLst/>
              <a:gdLst/>
              <a:ahLst/>
              <a:cxnLst/>
              <a:rect r="r" b="b" t="t" l="l"/>
              <a:pathLst>
                <a:path h="135467" w="4000172">
                  <a:moveTo>
                    <a:pt x="50973" y="0"/>
                  </a:moveTo>
                  <a:lnTo>
                    <a:pt x="3949198" y="0"/>
                  </a:lnTo>
                  <a:cubicBezTo>
                    <a:pt x="3977350" y="0"/>
                    <a:pt x="4000172" y="22822"/>
                    <a:pt x="4000172" y="50973"/>
                  </a:cubicBezTo>
                  <a:lnTo>
                    <a:pt x="4000172" y="84493"/>
                  </a:lnTo>
                  <a:cubicBezTo>
                    <a:pt x="4000172" y="112645"/>
                    <a:pt x="3977350" y="135467"/>
                    <a:pt x="3949198" y="135467"/>
                  </a:cubicBezTo>
                  <a:lnTo>
                    <a:pt x="50973" y="135467"/>
                  </a:lnTo>
                  <a:cubicBezTo>
                    <a:pt x="37454" y="135467"/>
                    <a:pt x="24489" y="130096"/>
                    <a:pt x="14930" y="120537"/>
                  </a:cubicBezTo>
                  <a:cubicBezTo>
                    <a:pt x="5370" y="110978"/>
                    <a:pt x="0" y="98012"/>
                    <a:pt x="0" y="84493"/>
                  </a:cubicBezTo>
                  <a:lnTo>
                    <a:pt x="0" y="50973"/>
                  </a:lnTo>
                  <a:cubicBezTo>
                    <a:pt x="0" y="37454"/>
                    <a:pt x="5370" y="24489"/>
                    <a:pt x="14930" y="14930"/>
                  </a:cubicBezTo>
                  <a:cubicBezTo>
                    <a:pt x="24489" y="5370"/>
                    <a:pt x="37454" y="0"/>
                    <a:pt x="50973" y="0"/>
                  </a:cubicBezTo>
                  <a:close/>
                </a:path>
              </a:pathLst>
            </a:custGeom>
            <a:solidFill>
              <a:srgbClr val="4693B9"/>
            </a:solidFill>
          </p:spPr>
        </p:sp>
        <p:sp>
          <p:nvSpPr>
            <p:cNvPr name="TextBox 15" id="15"/>
            <p:cNvSpPr txBox="true"/>
            <p:nvPr/>
          </p:nvSpPr>
          <p:spPr>
            <a:xfrm>
              <a:off x="0" y="-38100"/>
              <a:ext cx="4000172" cy="173567"/>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028700" y="1143292"/>
            <a:ext cx="2105333" cy="468437"/>
          </a:xfrm>
          <a:custGeom>
            <a:avLst/>
            <a:gdLst/>
            <a:ahLst/>
            <a:cxnLst/>
            <a:rect r="r" b="b" t="t" l="l"/>
            <a:pathLst>
              <a:path h="468437" w="2105333">
                <a:moveTo>
                  <a:pt x="0" y="0"/>
                </a:moveTo>
                <a:lnTo>
                  <a:pt x="2105333" y="0"/>
                </a:lnTo>
                <a:lnTo>
                  <a:pt x="2105333" y="468437"/>
                </a:lnTo>
                <a:lnTo>
                  <a:pt x="0" y="4684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7" id="17"/>
          <p:cNvSpPr txBox="true"/>
          <p:nvPr/>
        </p:nvSpPr>
        <p:spPr>
          <a:xfrm rot="0">
            <a:off x="1028700" y="2494663"/>
            <a:ext cx="9452724" cy="2343150"/>
          </a:xfrm>
          <a:prstGeom prst="rect">
            <a:avLst/>
          </a:prstGeom>
        </p:spPr>
        <p:txBody>
          <a:bodyPr anchor="t" rtlCol="false" tIns="0" lIns="0" bIns="0" rIns="0">
            <a:spAutoFit/>
          </a:bodyPr>
          <a:lstStyle/>
          <a:p>
            <a:pPr algn="l">
              <a:lnSpc>
                <a:spcPts val="9000"/>
              </a:lnSpc>
            </a:pPr>
            <a:r>
              <a:rPr lang="en-US" sz="9000">
                <a:solidFill>
                  <a:srgbClr val="2F627C"/>
                </a:solidFill>
                <a:latin typeface="Notable"/>
                <a:ea typeface="Notable"/>
                <a:cs typeface="Notable"/>
                <a:sym typeface="Notable"/>
              </a:rPr>
              <a:t>SISTEM BASIS DATA</a:t>
            </a:r>
          </a:p>
        </p:txBody>
      </p:sp>
      <p:sp>
        <p:nvSpPr>
          <p:cNvPr name="TextBox 18" id="18"/>
          <p:cNvSpPr txBox="true"/>
          <p:nvPr/>
        </p:nvSpPr>
        <p:spPr>
          <a:xfrm rot="0">
            <a:off x="1028700" y="6474379"/>
            <a:ext cx="7831037" cy="1209675"/>
          </a:xfrm>
          <a:prstGeom prst="rect">
            <a:avLst/>
          </a:prstGeom>
        </p:spPr>
        <p:txBody>
          <a:bodyPr anchor="t" rtlCol="false" tIns="0" lIns="0" bIns="0" rIns="0">
            <a:spAutoFit/>
          </a:bodyPr>
          <a:lstStyle/>
          <a:p>
            <a:pPr algn="l">
              <a:lnSpc>
                <a:spcPts val="4799"/>
              </a:lnSpc>
            </a:pPr>
            <a:r>
              <a:rPr lang="en-US" sz="3999">
                <a:solidFill>
                  <a:srgbClr val="12252E"/>
                </a:solidFill>
                <a:latin typeface="Glacial Indifference"/>
                <a:ea typeface="Glacial Indifference"/>
                <a:cs typeface="Glacial Indifference"/>
                <a:sym typeface="Glacial Indifference"/>
              </a:rPr>
              <a:t>ENGINEERING SOLUTIONS FOR TOMORROW'S CHALLENGES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4350" y="-2057400"/>
            <a:ext cx="20302190" cy="2676583"/>
            <a:chOff x="0" y="0"/>
            <a:chExt cx="5347079" cy="704944"/>
          </a:xfrm>
        </p:grpSpPr>
        <p:sp>
          <p:nvSpPr>
            <p:cNvPr name="Freeform 3" id="3"/>
            <p:cNvSpPr/>
            <p:nvPr/>
          </p:nvSpPr>
          <p:spPr>
            <a:xfrm flipH="false" flipV="false" rot="0">
              <a:off x="0" y="0"/>
              <a:ext cx="5347079" cy="704944"/>
            </a:xfrm>
            <a:custGeom>
              <a:avLst/>
              <a:gdLst/>
              <a:ahLst/>
              <a:cxnLst/>
              <a:rect r="r" b="b" t="t" l="l"/>
              <a:pathLst>
                <a:path h="704944" w="5347079">
                  <a:moveTo>
                    <a:pt x="0" y="0"/>
                  </a:moveTo>
                  <a:lnTo>
                    <a:pt x="5347079" y="0"/>
                  </a:lnTo>
                  <a:lnTo>
                    <a:pt x="5347079" y="704944"/>
                  </a:lnTo>
                  <a:lnTo>
                    <a:pt x="0" y="704944"/>
                  </a:lnTo>
                  <a:close/>
                </a:path>
              </a:pathLst>
            </a:custGeom>
            <a:solidFill>
              <a:srgbClr val="DBF1FF"/>
            </a:solidFill>
          </p:spPr>
        </p:sp>
        <p:sp>
          <p:nvSpPr>
            <p:cNvPr name="TextBox 4" id="4"/>
            <p:cNvSpPr txBox="true"/>
            <p:nvPr/>
          </p:nvSpPr>
          <p:spPr>
            <a:xfrm>
              <a:off x="0" y="-38100"/>
              <a:ext cx="5347079" cy="74304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268664" y="-1474371"/>
            <a:ext cx="5575963" cy="3086100"/>
            <a:chOff x="0" y="0"/>
            <a:chExt cx="1468566" cy="812800"/>
          </a:xfrm>
        </p:grpSpPr>
        <p:sp>
          <p:nvSpPr>
            <p:cNvPr name="Freeform 6" id="6"/>
            <p:cNvSpPr/>
            <p:nvPr/>
          </p:nvSpPr>
          <p:spPr>
            <a:xfrm flipH="false" flipV="false" rot="0">
              <a:off x="0" y="0"/>
              <a:ext cx="1468566" cy="812800"/>
            </a:xfrm>
            <a:custGeom>
              <a:avLst/>
              <a:gdLst/>
              <a:ahLst/>
              <a:cxnLst/>
              <a:rect r="r" b="b" t="t" l="l"/>
              <a:pathLst>
                <a:path h="812800" w="1468566">
                  <a:moveTo>
                    <a:pt x="0" y="0"/>
                  </a:moveTo>
                  <a:lnTo>
                    <a:pt x="1468566" y="0"/>
                  </a:lnTo>
                  <a:lnTo>
                    <a:pt x="1468566" y="812800"/>
                  </a:lnTo>
                  <a:lnTo>
                    <a:pt x="0" y="812800"/>
                  </a:lnTo>
                  <a:close/>
                </a:path>
              </a:pathLst>
            </a:custGeom>
            <a:solidFill>
              <a:srgbClr val="4693B9"/>
            </a:solidFill>
          </p:spPr>
        </p:sp>
        <p:sp>
          <p:nvSpPr>
            <p:cNvPr name="TextBox 7" id="7"/>
            <p:cNvSpPr txBox="true"/>
            <p:nvPr/>
          </p:nvSpPr>
          <p:spPr>
            <a:xfrm>
              <a:off x="0" y="-38100"/>
              <a:ext cx="1468566"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8140069" y="0"/>
            <a:ext cx="5463488" cy="1611729"/>
          </a:xfrm>
          <a:custGeom>
            <a:avLst/>
            <a:gdLst/>
            <a:ahLst/>
            <a:cxnLst/>
            <a:rect r="r" b="b" t="t" l="l"/>
            <a:pathLst>
              <a:path h="1611729" w="5463488">
                <a:moveTo>
                  <a:pt x="0" y="0"/>
                </a:moveTo>
                <a:lnTo>
                  <a:pt x="5463488" y="0"/>
                </a:lnTo>
                <a:lnTo>
                  <a:pt x="5463488" y="1611729"/>
                </a:lnTo>
                <a:lnTo>
                  <a:pt x="0" y="16117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28700" y="1143292"/>
            <a:ext cx="2105333" cy="468437"/>
          </a:xfrm>
          <a:custGeom>
            <a:avLst/>
            <a:gdLst/>
            <a:ahLst/>
            <a:cxnLst/>
            <a:rect r="r" b="b" t="t" l="l"/>
            <a:pathLst>
              <a:path h="468437" w="2105333">
                <a:moveTo>
                  <a:pt x="0" y="0"/>
                </a:moveTo>
                <a:lnTo>
                  <a:pt x="2105333" y="0"/>
                </a:lnTo>
                <a:lnTo>
                  <a:pt x="2105333" y="468437"/>
                </a:lnTo>
                <a:lnTo>
                  <a:pt x="0" y="4684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10" id="10"/>
          <p:cNvGrpSpPr/>
          <p:nvPr/>
        </p:nvGrpSpPr>
        <p:grpSpPr>
          <a:xfrm rot="0">
            <a:off x="1028700" y="3833551"/>
            <a:ext cx="1267845" cy="126784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F1FF"/>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309369" y="3885428"/>
            <a:ext cx="1267845" cy="126784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F1FF"/>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028700" y="6519641"/>
            <a:ext cx="1267845" cy="126784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F1FF"/>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028700" y="2082477"/>
            <a:ext cx="12942890" cy="1014731"/>
          </a:xfrm>
          <a:prstGeom prst="rect">
            <a:avLst/>
          </a:prstGeom>
        </p:spPr>
        <p:txBody>
          <a:bodyPr anchor="t" rtlCol="false" tIns="0" lIns="0" bIns="0" rIns="0">
            <a:spAutoFit/>
          </a:bodyPr>
          <a:lstStyle/>
          <a:p>
            <a:pPr algn="l">
              <a:lnSpc>
                <a:spcPts val="7700"/>
              </a:lnSpc>
            </a:pPr>
            <a:r>
              <a:rPr lang="en-US" sz="7700">
                <a:solidFill>
                  <a:srgbClr val="2F627C"/>
                </a:solidFill>
                <a:latin typeface="Notable"/>
                <a:ea typeface="Notable"/>
                <a:cs typeface="Notable"/>
                <a:sym typeface="Notable"/>
              </a:rPr>
              <a:t>KELOMPOK 7</a:t>
            </a:r>
          </a:p>
        </p:txBody>
      </p:sp>
      <p:sp>
        <p:nvSpPr>
          <p:cNvPr name="TextBox 20" id="20"/>
          <p:cNvSpPr txBox="true"/>
          <p:nvPr/>
        </p:nvSpPr>
        <p:spPr>
          <a:xfrm rot="0">
            <a:off x="1129172" y="4158039"/>
            <a:ext cx="1066900" cy="520700"/>
          </a:xfrm>
          <a:prstGeom prst="rect">
            <a:avLst/>
          </a:prstGeom>
        </p:spPr>
        <p:txBody>
          <a:bodyPr anchor="t" rtlCol="false" tIns="0" lIns="0" bIns="0" rIns="0">
            <a:spAutoFit/>
          </a:bodyPr>
          <a:lstStyle/>
          <a:p>
            <a:pPr algn="ctr">
              <a:lnSpc>
                <a:spcPts val="3999"/>
              </a:lnSpc>
            </a:pPr>
            <a:r>
              <a:rPr lang="en-US" sz="3999">
                <a:solidFill>
                  <a:srgbClr val="2F627C"/>
                </a:solidFill>
                <a:latin typeface="Notable"/>
                <a:ea typeface="Notable"/>
                <a:cs typeface="Notable"/>
                <a:sym typeface="Notable"/>
              </a:rPr>
              <a:t>01</a:t>
            </a:r>
          </a:p>
        </p:txBody>
      </p:sp>
      <p:sp>
        <p:nvSpPr>
          <p:cNvPr name="TextBox 21" id="21"/>
          <p:cNvSpPr txBox="true"/>
          <p:nvPr/>
        </p:nvSpPr>
        <p:spPr>
          <a:xfrm rot="0">
            <a:off x="1129172" y="6936076"/>
            <a:ext cx="1066900" cy="520700"/>
          </a:xfrm>
          <a:prstGeom prst="rect">
            <a:avLst/>
          </a:prstGeom>
        </p:spPr>
        <p:txBody>
          <a:bodyPr anchor="t" rtlCol="false" tIns="0" lIns="0" bIns="0" rIns="0">
            <a:spAutoFit/>
          </a:bodyPr>
          <a:lstStyle/>
          <a:p>
            <a:pPr algn="ctr">
              <a:lnSpc>
                <a:spcPts val="3999"/>
              </a:lnSpc>
            </a:pPr>
            <a:r>
              <a:rPr lang="en-US" sz="3999">
                <a:solidFill>
                  <a:srgbClr val="2F627C"/>
                </a:solidFill>
                <a:latin typeface="Notable"/>
                <a:ea typeface="Notable"/>
                <a:cs typeface="Notable"/>
                <a:sym typeface="Notable"/>
              </a:rPr>
              <a:t>02</a:t>
            </a:r>
          </a:p>
        </p:txBody>
      </p:sp>
      <p:grpSp>
        <p:nvGrpSpPr>
          <p:cNvPr name="Group 22" id="22"/>
          <p:cNvGrpSpPr/>
          <p:nvPr/>
        </p:nvGrpSpPr>
        <p:grpSpPr>
          <a:xfrm rot="0">
            <a:off x="10309369" y="6519641"/>
            <a:ext cx="1267845" cy="126784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BF1FF"/>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10409841" y="6936076"/>
            <a:ext cx="1066900" cy="520700"/>
          </a:xfrm>
          <a:prstGeom prst="rect">
            <a:avLst/>
          </a:prstGeom>
        </p:spPr>
        <p:txBody>
          <a:bodyPr anchor="t" rtlCol="false" tIns="0" lIns="0" bIns="0" rIns="0">
            <a:spAutoFit/>
          </a:bodyPr>
          <a:lstStyle/>
          <a:p>
            <a:pPr algn="ctr">
              <a:lnSpc>
                <a:spcPts val="3999"/>
              </a:lnSpc>
            </a:pPr>
            <a:r>
              <a:rPr lang="en-US" sz="3999">
                <a:solidFill>
                  <a:srgbClr val="2F627C"/>
                </a:solidFill>
                <a:latin typeface="Notable"/>
                <a:ea typeface="Notable"/>
                <a:cs typeface="Notable"/>
                <a:sym typeface="Notable"/>
              </a:rPr>
              <a:t>03</a:t>
            </a:r>
          </a:p>
        </p:txBody>
      </p:sp>
      <p:sp>
        <p:nvSpPr>
          <p:cNvPr name="TextBox 26" id="26"/>
          <p:cNvSpPr txBox="true"/>
          <p:nvPr/>
        </p:nvSpPr>
        <p:spPr>
          <a:xfrm rot="0">
            <a:off x="10409841" y="4209917"/>
            <a:ext cx="1066900" cy="520700"/>
          </a:xfrm>
          <a:prstGeom prst="rect">
            <a:avLst/>
          </a:prstGeom>
        </p:spPr>
        <p:txBody>
          <a:bodyPr anchor="t" rtlCol="false" tIns="0" lIns="0" bIns="0" rIns="0">
            <a:spAutoFit/>
          </a:bodyPr>
          <a:lstStyle/>
          <a:p>
            <a:pPr algn="ctr">
              <a:lnSpc>
                <a:spcPts val="3999"/>
              </a:lnSpc>
            </a:pPr>
            <a:r>
              <a:rPr lang="en-US" sz="3999">
                <a:solidFill>
                  <a:srgbClr val="2F627C"/>
                </a:solidFill>
                <a:latin typeface="Notable"/>
                <a:ea typeface="Notable"/>
                <a:cs typeface="Notable"/>
                <a:sym typeface="Notable"/>
              </a:rPr>
              <a:t>04</a:t>
            </a:r>
          </a:p>
        </p:txBody>
      </p:sp>
      <p:sp>
        <p:nvSpPr>
          <p:cNvPr name="TextBox 27" id="27"/>
          <p:cNvSpPr txBox="true"/>
          <p:nvPr/>
        </p:nvSpPr>
        <p:spPr>
          <a:xfrm rot="0">
            <a:off x="2666768" y="4229348"/>
            <a:ext cx="5312069" cy="923925"/>
          </a:xfrm>
          <a:prstGeom prst="rect">
            <a:avLst/>
          </a:prstGeom>
        </p:spPr>
        <p:txBody>
          <a:bodyPr anchor="t" rtlCol="false" tIns="0" lIns="0" bIns="0" rIns="0">
            <a:spAutoFit/>
          </a:bodyPr>
          <a:lstStyle/>
          <a:p>
            <a:pPr algn="l">
              <a:lnSpc>
                <a:spcPts val="3600"/>
              </a:lnSpc>
            </a:pPr>
            <a:r>
              <a:rPr lang="en-US" sz="3000">
                <a:solidFill>
                  <a:srgbClr val="12252E"/>
                </a:solidFill>
                <a:latin typeface="Glacial Indifference"/>
                <a:ea typeface="Glacial Indifference"/>
                <a:cs typeface="Glacial Indifference"/>
                <a:sym typeface="Glacial Indifference"/>
              </a:rPr>
              <a:t>ASJAD IMAN NAZEB ZEBUA  </a:t>
            </a:r>
          </a:p>
          <a:p>
            <a:pPr algn="l">
              <a:lnSpc>
                <a:spcPts val="3600"/>
              </a:lnSpc>
            </a:pPr>
            <a:r>
              <a:rPr lang="en-US" sz="3000">
                <a:solidFill>
                  <a:srgbClr val="12252E"/>
                </a:solidFill>
                <a:latin typeface="Glacial Indifference"/>
                <a:ea typeface="Glacial Indifference"/>
                <a:cs typeface="Glacial Indifference"/>
                <a:sym typeface="Glacial Indifference"/>
              </a:rPr>
              <a:t>(5243151011)</a:t>
            </a:r>
          </a:p>
        </p:txBody>
      </p:sp>
      <p:sp>
        <p:nvSpPr>
          <p:cNvPr name="TextBox 28" id="28"/>
          <p:cNvSpPr txBox="true"/>
          <p:nvPr/>
        </p:nvSpPr>
        <p:spPr>
          <a:xfrm rot="0">
            <a:off x="12043939" y="4052626"/>
            <a:ext cx="5423078" cy="923925"/>
          </a:xfrm>
          <a:prstGeom prst="rect">
            <a:avLst/>
          </a:prstGeom>
        </p:spPr>
        <p:txBody>
          <a:bodyPr anchor="t" rtlCol="false" tIns="0" lIns="0" bIns="0" rIns="0">
            <a:spAutoFit/>
          </a:bodyPr>
          <a:lstStyle/>
          <a:p>
            <a:pPr algn="l">
              <a:lnSpc>
                <a:spcPts val="3600"/>
              </a:lnSpc>
            </a:pPr>
            <a:r>
              <a:rPr lang="en-US" sz="3000">
                <a:solidFill>
                  <a:srgbClr val="12252E"/>
                </a:solidFill>
                <a:latin typeface="Glacial Indifference"/>
                <a:ea typeface="Glacial Indifference"/>
                <a:cs typeface="Glacial Indifference"/>
                <a:sym typeface="Glacial Indifference"/>
              </a:rPr>
              <a:t>FIKRI NAJWAN ARFI</a:t>
            </a:r>
          </a:p>
          <a:p>
            <a:pPr algn="l">
              <a:lnSpc>
                <a:spcPts val="3600"/>
              </a:lnSpc>
            </a:pPr>
            <a:r>
              <a:rPr lang="en-US" sz="3000">
                <a:solidFill>
                  <a:srgbClr val="12252E"/>
                </a:solidFill>
                <a:latin typeface="Glacial Indifference"/>
                <a:ea typeface="Glacial Indifference"/>
                <a:cs typeface="Glacial Indifference"/>
                <a:sym typeface="Glacial Indifference"/>
              </a:rPr>
              <a:t>(5243151018)</a:t>
            </a:r>
          </a:p>
        </p:txBody>
      </p:sp>
      <p:sp>
        <p:nvSpPr>
          <p:cNvPr name="TextBox 29" id="29"/>
          <p:cNvSpPr txBox="true"/>
          <p:nvPr/>
        </p:nvSpPr>
        <p:spPr>
          <a:xfrm rot="0">
            <a:off x="2666768" y="6686838"/>
            <a:ext cx="5312069" cy="923925"/>
          </a:xfrm>
          <a:prstGeom prst="rect">
            <a:avLst/>
          </a:prstGeom>
        </p:spPr>
        <p:txBody>
          <a:bodyPr anchor="t" rtlCol="false" tIns="0" lIns="0" bIns="0" rIns="0">
            <a:spAutoFit/>
          </a:bodyPr>
          <a:lstStyle/>
          <a:p>
            <a:pPr algn="l">
              <a:lnSpc>
                <a:spcPts val="3600"/>
              </a:lnSpc>
            </a:pPr>
            <a:r>
              <a:rPr lang="en-US" sz="3000">
                <a:solidFill>
                  <a:srgbClr val="12252E"/>
                </a:solidFill>
                <a:latin typeface="Glacial Indifference"/>
                <a:ea typeface="Glacial Indifference"/>
                <a:cs typeface="Glacial Indifference"/>
                <a:sym typeface="Glacial Indifference"/>
              </a:rPr>
              <a:t>ANDREYAL NASUTION</a:t>
            </a:r>
          </a:p>
          <a:p>
            <a:pPr algn="l">
              <a:lnSpc>
                <a:spcPts val="3600"/>
              </a:lnSpc>
            </a:pPr>
            <a:r>
              <a:rPr lang="en-US" sz="3000">
                <a:solidFill>
                  <a:srgbClr val="12252E"/>
                </a:solidFill>
                <a:latin typeface="Glacial Indifference"/>
                <a:ea typeface="Glacial Indifference"/>
                <a:cs typeface="Glacial Indifference"/>
                <a:sym typeface="Glacial Indifference"/>
              </a:rPr>
              <a:t>5243351007)</a:t>
            </a:r>
          </a:p>
        </p:txBody>
      </p:sp>
      <p:sp>
        <p:nvSpPr>
          <p:cNvPr name="TextBox 30" id="30"/>
          <p:cNvSpPr txBox="true"/>
          <p:nvPr/>
        </p:nvSpPr>
        <p:spPr>
          <a:xfrm rot="0">
            <a:off x="11947436" y="6686838"/>
            <a:ext cx="4112628" cy="923925"/>
          </a:xfrm>
          <a:prstGeom prst="rect">
            <a:avLst/>
          </a:prstGeom>
        </p:spPr>
        <p:txBody>
          <a:bodyPr anchor="t" rtlCol="false" tIns="0" lIns="0" bIns="0" rIns="0">
            <a:spAutoFit/>
          </a:bodyPr>
          <a:lstStyle/>
          <a:p>
            <a:pPr algn="l">
              <a:lnSpc>
                <a:spcPts val="3600"/>
              </a:lnSpc>
            </a:pPr>
            <a:r>
              <a:rPr lang="en-US" sz="3000">
                <a:solidFill>
                  <a:srgbClr val="12252E"/>
                </a:solidFill>
                <a:latin typeface="Glacial Indifference"/>
                <a:ea typeface="Glacial Indifference"/>
                <a:cs typeface="Glacial Indifference"/>
                <a:sym typeface="Glacial Indifference"/>
              </a:rPr>
              <a:t>RIYAN DINATA</a:t>
            </a:r>
          </a:p>
          <a:p>
            <a:pPr algn="l">
              <a:lnSpc>
                <a:spcPts val="3600"/>
              </a:lnSpc>
            </a:pPr>
            <a:r>
              <a:rPr lang="en-US" sz="3000">
                <a:solidFill>
                  <a:srgbClr val="12252E"/>
                </a:solidFill>
                <a:latin typeface="Glacial Indifference"/>
                <a:ea typeface="Glacial Indifference"/>
                <a:cs typeface="Glacial Indifference"/>
                <a:sym typeface="Glacial Indifference"/>
              </a:rPr>
              <a:t>5243151001</a:t>
            </a:r>
          </a:p>
        </p:txBody>
      </p:sp>
      <p:grpSp>
        <p:nvGrpSpPr>
          <p:cNvPr name="Group 31" id="31"/>
          <p:cNvGrpSpPr/>
          <p:nvPr/>
        </p:nvGrpSpPr>
        <p:grpSpPr>
          <a:xfrm rot="0">
            <a:off x="820984" y="9153853"/>
            <a:ext cx="16646032" cy="208893"/>
            <a:chOff x="0" y="0"/>
            <a:chExt cx="4384140" cy="55017"/>
          </a:xfrm>
        </p:grpSpPr>
        <p:sp>
          <p:nvSpPr>
            <p:cNvPr name="Freeform 32" id="32"/>
            <p:cNvSpPr/>
            <p:nvPr/>
          </p:nvSpPr>
          <p:spPr>
            <a:xfrm flipH="false" flipV="false" rot="0">
              <a:off x="0" y="0"/>
              <a:ext cx="4384140" cy="55017"/>
            </a:xfrm>
            <a:custGeom>
              <a:avLst/>
              <a:gdLst/>
              <a:ahLst/>
              <a:cxnLst/>
              <a:rect r="r" b="b" t="t" l="l"/>
              <a:pathLst>
                <a:path h="55017" w="4384140">
                  <a:moveTo>
                    <a:pt x="27509" y="0"/>
                  </a:moveTo>
                  <a:lnTo>
                    <a:pt x="4356632" y="0"/>
                  </a:lnTo>
                  <a:cubicBezTo>
                    <a:pt x="4363927" y="0"/>
                    <a:pt x="4370924" y="2898"/>
                    <a:pt x="4376083" y="8057"/>
                  </a:cubicBezTo>
                  <a:cubicBezTo>
                    <a:pt x="4381242" y="13216"/>
                    <a:pt x="4384140" y="20213"/>
                    <a:pt x="4384140" y="27509"/>
                  </a:cubicBezTo>
                  <a:lnTo>
                    <a:pt x="4384140" y="27509"/>
                  </a:lnTo>
                  <a:cubicBezTo>
                    <a:pt x="4384140" y="34804"/>
                    <a:pt x="4381242" y="41801"/>
                    <a:pt x="4376083" y="46960"/>
                  </a:cubicBezTo>
                  <a:cubicBezTo>
                    <a:pt x="4370924" y="52119"/>
                    <a:pt x="4363927" y="55017"/>
                    <a:pt x="4356632" y="55017"/>
                  </a:cubicBezTo>
                  <a:lnTo>
                    <a:pt x="27509" y="55017"/>
                  </a:lnTo>
                  <a:cubicBezTo>
                    <a:pt x="20213" y="55017"/>
                    <a:pt x="13216" y="52119"/>
                    <a:pt x="8057" y="46960"/>
                  </a:cubicBezTo>
                  <a:cubicBezTo>
                    <a:pt x="2898" y="41801"/>
                    <a:pt x="0" y="34804"/>
                    <a:pt x="0" y="27509"/>
                  </a:cubicBezTo>
                  <a:lnTo>
                    <a:pt x="0" y="27509"/>
                  </a:lnTo>
                  <a:cubicBezTo>
                    <a:pt x="0" y="20213"/>
                    <a:pt x="2898" y="13216"/>
                    <a:pt x="8057" y="8057"/>
                  </a:cubicBezTo>
                  <a:cubicBezTo>
                    <a:pt x="13216" y="2898"/>
                    <a:pt x="20213" y="0"/>
                    <a:pt x="27509" y="0"/>
                  </a:cubicBezTo>
                  <a:close/>
                </a:path>
              </a:pathLst>
            </a:custGeom>
            <a:solidFill>
              <a:srgbClr val="4693B9"/>
            </a:solidFill>
          </p:spPr>
        </p:sp>
        <p:sp>
          <p:nvSpPr>
            <p:cNvPr name="TextBox 33" id="33"/>
            <p:cNvSpPr txBox="true"/>
            <p:nvPr/>
          </p:nvSpPr>
          <p:spPr>
            <a:xfrm>
              <a:off x="0" y="-38100"/>
              <a:ext cx="4384140" cy="93117"/>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212170" y="8194142"/>
            <a:ext cx="7094435" cy="2092858"/>
          </a:xfrm>
          <a:custGeom>
            <a:avLst/>
            <a:gdLst/>
            <a:ahLst/>
            <a:cxnLst/>
            <a:rect r="r" b="b" t="t" l="l"/>
            <a:pathLst>
              <a:path h="2092858" w="7094435">
                <a:moveTo>
                  <a:pt x="0" y="0"/>
                </a:moveTo>
                <a:lnTo>
                  <a:pt x="7094435" y="0"/>
                </a:lnTo>
                <a:lnTo>
                  <a:pt x="7094435" y="2092858"/>
                </a:lnTo>
                <a:lnTo>
                  <a:pt x="0" y="2092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399589" y="0"/>
            <a:ext cx="8018678" cy="7362898"/>
            <a:chOff x="0" y="0"/>
            <a:chExt cx="660400" cy="606392"/>
          </a:xfrm>
        </p:grpSpPr>
        <p:sp>
          <p:nvSpPr>
            <p:cNvPr name="Freeform 4" id="4"/>
            <p:cNvSpPr/>
            <p:nvPr/>
          </p:nvSpPr>
          <p:spPr>
            <a:xfrm flipH="false" flipV="false" rot="0">
              <a:off x="0" y="0"/>
              <a:ext cx="660400" cy="606392"/>
            </a:xfrm>
            <a:custGeom>
              <a:avLst/>
              <a:gdLst/>
              <a:ahLst/>
              <a:cxnLst/>
              <a:rect r="r" b="b" t="t" l="l"/>
              <a:pathLst>
                <a:path h="606392" w="660400">
                  <a:moveTo>
                    <a:pt x="220252" y="587322"/>
                  </a:moveTo>
                  <a:cubicBezTo>
                    <a:pt x="254109" y="598836"/>
                    <a:pt x="292600" y="606392"/>
                    <a:pt x="330378" y="606392"/>
                  </a:cubicBezTo>
                  <a:cubicBezTo>
                    <a:pt x="368157" y="606392"/>
                    <a:pt x="404509" y="599915"/>
                    <a:pt x="438009" y="588401"/>
                  </a:cubicBezTo>
                  <a:cubicBezTo>
                    <a:pt x="438723" y="588041"/>
                    <a:pt x="439435" y="588041"/>
                    <a:pt x="440148" y="587682"/>
                  </a:cubicBezTo>
                  <a:cubicBezTo>
                    <a:pt x="565955" y="541627"/>
                    <a:pt x="658618" y="420013"/>
                    <a:pt x="660400" y="282474"/>
                  </a:cubicBezTo>
                  <a:lnTo>
                    <a:pt x="660400" y="0"/>
                  </a:lnTo>
                  <a:lnTo>
                    <a:pt x="0" y="0"/>
                  </a:lnTo>
                  <a:lnTo>
                    <a:pt x="0" y="282265"/>
                  </a:lnTo>
                  <a:cubicBezTo>
                    <a:pt x="1782" y="420731"/>
                    <a:pt x="93019" y="542347"/>
                    <a:pt x="220252" y="587322"/>
                  </a:cubicBezTo>
                  <a:close/>
                </a:path>
              </a:pathLst>
            </a:custGeom>
            <a:solidFill>
              <a:srgbClr val="DBF1FF"/>
            </a:solidFill>
          </p:spPr>
        </p:sp>
        <p:sp>
          <p:nvSpPr>
            <p:cNvPr name="TextBox 5" id="5"/>
            <p:cNvSpPr txBox="true"/>
            <p:nvPr/>
          </p:nvSpPr>
          <p:spPr>
            <a:xfrm>
              <a:off x="0" y="-38100"/>
              <a:ext cx="660400" cy="51749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5400000">
            <a:off x="11786741" y="1537643"/>
            <a:ext cx="6347761" cy="4820135"/>
            <a:chOff x="0" y="0"/>
            <a:chExt cx="535199" cy="406400"/>
          </a:xfrm>
        </p:grpSpPr>
        <p:sp>
          <p:nvSpPr>
            <p:cNvPr name="Freeform 7" id="7"/>
            <p:cNvSpPr/>
            <p:nvPr/>
          </p:nvSpPr>
          <p:spPr>
            <a:xfrm flipH="false" flipV="false" rot="0">
              <a:off x="0" y="0"/>
              <a:ext cx="535199" cy="406400"/>
            </a:xfrm>
            <a:custGeom>
              <a:avLst/>
              <a:gdLst/>
              <a:ahLst/>
              <a:cxnLst/>
              <a:rect r="r" b="b" t="t" l="l"/>
              <a:pathLst>
                <a:path h="406400" w="535199">
                  <a:moveTo>
                    <a:pt x="331999" y="0"/>
                  </a:moveTo>
                  <a:cubicBezTo>
                    <a:pt x="444223" y="0"/>
                    <a:pt x="535199" y="90976"/>
                    <a:pt x="535199" y="203200"/>
                  </a:cubicBezTo>
                  <a:cubicBezTo>
                    <a:pt x="535199" y="315424"/>
                    <a:pt x="444223" y="406400"/>
                    <a:pt x="331999" y="406400"/>
                  </a:cubicBezTo>
                  <a:lnTo>
                    <a:pt x="203200" y="406400"/>
                  </a:lnTo>
                  <a:cubicBezTo>
                    <a:pt x="90976" y="406400"/>
                    <a:pt x="0" y="315424"/>
                    <a:pt x="0" y="203200"/>
                  </a:cubicBezTo>
                  <a:cubicBezTo>
                    <a:pt x="0" y="90976"/>
                    <a:pt x="90976" y="0"/>
                    <a:pt x="203200" y="0"/>
                  </a:cubicBezTo>
                  <a:close/>
                </a:path>
              </a:pathLst>
            </a:custGeom>
            <a:solidFill>
              <a:srgbClr val="4693B9"/>
            </a:solidFill>
          </p:spPr>
        </p:sp>
        <p:sp>
          <p:nvSpPr>
            <p:cNvPr name="TextBox 8" id="8"/>
            <p:cNvSpPr txBox="true"/>
            <p:nvPr/>
          </p:nvSpPr>
          <p:spPr>
            <a:xfrm>
              <a:off x="0" y="-38100"/>
              <a:ext cx="535199" cy="444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2907654" y="1028700"/>
            <a:ext cx="4105935" cy="8211871"/>
            <a:chOff x="0" y="0"/>
            <a:chExt cx="3175000" cy="6350000"/>
          </a:xfrm>
        </p:grpSpPr>
        <p:sp>
          <p:nvSpPr>
            <p:cNvPr name="Freeform 10" id="10"/>
            <p:cNvSpPr/>
            <p:nvPr/>
          </p:nvSpPr>
          <p:spPr>
            <a:xfrm flipH="false" flipV="false" rot="0">
              <a:off x="0" y="0"/>
              <a:ext cx="3175000" cy="6350000"/>
            </a:xfrm>
            <a:custGeom>
              <a:avLst/>
              <a:gdLst/>
              <a:ahLst/>
              <a:cxnLst/>
              <a:rect r="r" b="b" t="t" l="l"/>
              <a:pathLst>
                <a:path h="6350000" w="3175000">
                  <a:moveTo>
                    <a:pt x="1587500" y="6350000"/>
                  </a:moveTo>
                  <a:cubicBezTo>
                    <a:pt x="711200" y="6350000"/>
                    <a:pt x="0" y="5638800"/>
                    <a:pt x="0" y="4762500"/>
                  </a:cubicBezTo>
                  <a:lnTo>
                    <a:pt x="0" y="1587500"/>
                  </a:lnTo>
                  <a:cubicBezTo>
                    <a:pt x="0" y="711200"/>
                    <a:pt x="711200" y="0"/>
                    <a:pt x="1587500" y="0"/>
                  </a:cubicBezTo>
                  <a:cubicBezTo>
                    <a:pt x="2463800" y="0"/>
                    <a:pt x="3175000" y="711200"/>
                    <a:pt x="3175000" y="1587500"/>
                  </a:cubicBezTo>
                  <a:lnTo>
                    <a:pt x="3175000" y="4762500"/>
                  </a:lnTo>
                  <a:cubicBezTo>
                    <a:pt x="3175000" y="5638800"/>
                    <a:pt x="2463800" y="6350000"/>
                    <a:pt x="1587500" y="6350000"/>
                  </a:cubicBezTo>
                  <a:close/>
                </a:path>
              </a:pathLst>
            </a:custGeom>
            <a:blipFill>
              <a:blip r:embed="rId4"/>
              <a:stretch>
                <a:fillRect l="-100093" t="0" r="-100093" b="0"/>
              </a:stretch>
            </a:blipFill>
          </p:spPr>
        </p:sp>
      </p:grpSp>
      <p:grpSp>
        <p:nvGrpSpPr>
          <p:cNvPr name="Group 11" id="11"/>
          <p:cNvGrpSpPr/>
          <p:nvPr/>
        </p:nvGrpSpPr>
        <p:grpSpPr>
          <a:xfrm rot="0">
            <a:off x="12232780" y="6688024"/>
            <a:ext cx="1349748" cy="134974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2DDD0"/>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2550554" y="7013242"/>
            <a:ext cx="693194" cy="699313"/>
          </a:xfrm>
          <a:custGeom>
            <a:avLst/>
            <a:gdLst/>
            <a:ahLst/>
            <a:cxnLst/>
            <a:rect r="r" b="b" t="t" l="l"/>
            <a:pathLst>
              <a:path h="699313" w="693194">
                <a:moveTo>
                  <a:pt x="0" y="0"/>
                </a:moveTo>
                <a:lnTo>
                  <a:pt x="693195" y="0"/>
                </a:lnTo>
                <a:lnTo>
                  <a:pt x="693195" y="699313"/>
                </a:lnTo>
                <a:lnTo>
                  <a:pt x="0" y="6993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098030" y="926230"/>
            <a:ext cx="9568471" cy="1014731"/>
          </a:xfrm>
          <a:prstGeom prst="rect">
            <a:avLst/>
          </a:prstGeom>
        </p:spPr>
        <p:txBody>
          <a:bodyPr anchor="t" rtlCol="false" tIns="0" lIns="0" bIns="0" rIns="0">
            <a:spAutoFit/>
          </a:bodyPr>
          <a:lstStyle/>
          <a:p>
            <a:pPr algn="l">
              <a:lnSpc>
                <a:spcPts val="7700"/>
              </a:lnSpc>
            </a:pPr>
            <a:r>
              <a:rPr lang="en-US" sz="7700">
                <a:solidFill>
                  <a:srgbClr val="2F627C"/>
                </a:solidFill>
                <a:latin typeface="Notable"/>
                <a:ea typeface="Notable"/>
                <a:cs typeface="Notable"/>
                <a:sym typeface="Notable"/>
              </a:rPr>
              <a:t>PENDAHULUAN</a:t>
            </a:r>
          </a:p>
        </p:txBody>
      </p:sp>
      <p:sp>
        <p:nvSpPr>
          <p:cNvPr name="TextBox 16" id="16"/>
          <p:cNvSpPr txBox="true"/>
          <p:nvPr/>
        </p:nvSpPr>
        <p:spPr>
          <a:xfrm rot="0">
            <a:off x="1028700" y="2601799"/>
            <a:ext cx="9637801" cy="5943600"/>
          </a:xfrm>
          <a:prstGeom prst="rect">
            <a:avLst/>
          </a:prstGeom>
        </p:spPr>
        <p:txBody>
          <a:bodyPr anchor="t" rtlCol="false" tIns="0" lIns="0" bIns="0" rIns="0">
            <a:spAutoFit/>
          </a:bodyPr>
          <a:lstStyle/>
          <a:p>
            <a:pPr algn="just">
              <a:lnSpc>
                <a:spcPts val="2999"/>
              </a:lnSpc>
            </a:pPr>
            <a:r>
              <a:rPr lang="en-US" sz="2499">
                <a:solidFill>
                  <a:srgbClr val="12252E"/>
                </a:solidFill>
                <a:latin typeface="Glacial Indifference"/>
                <a:ea typeface="Glacial Indifference"/>
                <a:cs typeface="Glacial Indifference"/>
                <a:sym typeface="Glacial Indifference"/>
              </a:rPr>
              <a:t>     Pada Era digital yang berkembang pada saat ini, pengelolaan data menjadi krusial bagi keberhasial suatu organisasi, bisnis, dan kepentingan pribadi seseorang. Sistem Basis Data memiliki peran penting dalam menyimpan, mengelola, dan mengakses data secara struktur dan efisien. Salah satu komponen utama dalam system basis data adalah SQL (Struktured Query Language), yang merupakan Bahasa standar untuk interaksi dengan system manajemen basis data (DBMS). SQL terdiri dari beberapa komponen penting, di antaranya adalah DDL atau Data Definition Language dan DML atau Data Manipulation Language.</a:t>
            </a:r>
          </a:p>
          <a:p>
            <a:pPr algn="just">
              <a:lnSpc>
                <a:spcPts val="2999"/>
              </a:lnSpc>
            </a:pPr>
            <a:r>
              <a:rPr lang="en-US" sz="2499">
                <a:solidFill>
                  <a:srgbClr val="12252E"/>
                </a:solidFill>
                <a:latin typeface="Glacial Indifference"/>
                <a:ea typeface="Glacial Indifference"/>
                <a:cs typeface="Glacial Indifference"/>
                <a:sym typeface="Glacial Indifference"/>
              </a:rPr>
              <a:t>    Pemahaman yang mendalam tentang perbedaan antara DDL dan DML sangat penting bagi pengembang, administrator basis data, maupun mahasiswa yang mempelajari sistem basis data. DDL dan DML memiliki fungsi yang berbeda namun saling melengkapi dalam pengelolaan basis data. DDL fokus pada struktur database, sedangkan DML fokus pada operasi data</a:t>
            </a:r>
          </a:p>
        </p:txBody>
      </p:sp>
      <p:sp>
        <p:nvSpPr>
          <p:cNvPr name="Freeform 17" id="17"/>
          <p:cNvSpPr/>
          <p:nvPr/>
        </p:nvSpPr>
        <p:spPr>
          <a:xfrm flipH="false" flipV="false" rot="0">
            <a:off x="9613834" y="8531560"/>
            <a:ext cx="2105333" cy="468437"/>
          </a:xfrm>
          <a:custGeom>
            <a:avLst/>
            <a:gdLst/>
            <a:ahLst/>
            <a:cxnLst/>
            <a:rect r="r" b="b" t="t" l="l"/>
            <a:pathLst>
              <a:path h="468437" w="2105333">
                <a:moveTo>
                  <a:pt x="0" y="0"/>
                </a:moveTo>
                <a:lnTo>
                  <a:pt x="2105333" y="0"/>
                </a:lnTo>
                <a:lnTo>
                  <a:pt x="2105333" y="468436"/>
                </a:lnTo>
                <a:lnTo>
                  <a:pt x="0" y="4684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057400" y="8798266"/>
            <a:ext cx="15154689" cy="3086100"/>
            <a:chOff x="0" y="0"/>
            <a:chExt cx="3991358" cy="812800"/>
          </a:xfrm>
        </p:grpSpPr>
        <p:sp>
          <p:nvSpPr>
            <p:cNvPr name="Freeform 3" id="3"/>
            <p:cNvSpPr/>
            <p:nvPr/>
          </p:nvSpPr>
          <p:spPr>
            <a:xfrm flipH="false" flipV="false" rot="0">
              <a:off x="0" y="0"/>
              <a:ext cx="3991358" cy="812800"/>
            </a:xfrm>
            <a:custGeom>
              <a:avLst/>
              <a:gdLst/>
              <a:ahLst/>
              <a:cxnLst/>
              <a:rect r="r" b="b" t="t" l="l"/>
              <a:pathLst>
                <a:path h="812800" w="3991358">
                  <a:moveTo>
                    <a:pt x="0" y="0"/>
                  </a:moveTo>
                  <a:lnTo>
                    <a:pt x="3991358" y="0"/>
                  </a:lnTo>
                  <a:lnTo>
                    <a:pt x="3991358" y="812800"/>
                  </a:lnTo>
                  <a:lnTo>
                    <a:pt x="0" y="812800"/>
                  </a:lnTo>
                  <a:close/>
                </a:path>
              </a:pathLst>
            </a:custGeom>
            <a:solidFill>
              <a:srgbClr val="4693B9"/>
            </a:solidFill>
          </p:spPr>
        </p:sp>
        <p:sp>
          <p:nvSpPr>
            <p:cNvPr name="TextBox 4" id="4"/>
            <p:cNvSpPr txBox="true"/>
            <p:nvPr/>
          </p:nvSpPr>
          <p:spPr>
            <a:xfrm>
              <a:off x="0" y="-38100"/>
              <a:ext cx="3991358" cy="8509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10800000">
            <a:off x="11563099" y="8798266"/>
            <a:ext cx="7094435" cy="2092858"/>
          </a:xfrm>
          <a:custGeom>
            <a:avLst/>
            <a:gdLst/>
            <a:ahLst/>
            <a:cxnLst/>
            <a:rect r="r" b="b" t="t" l="l"/>
            <a:pathLst>
              <a:path h="2092858" w="7094435">
                <a:moveTo>
                  <a:pt x="0" y="0"/>
                </a:moveTo>
                <a:lnTo>
                  <a:pt x="7094435" y="0"/>
                </a:lnTo>
                <a:lnTo>
                  <a:pt x="7094435" y="2092859"/>
                </a:lnTo>
                <a:lnTo>
                  <a:pt x="0" y="20928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8564048"/>
            <a:ext cx="2105333" cy="468437"/>
          </a:xfrm>
          <a:custGeom>
            <a:avLst/>
            <a:gdLst/>
            <a:ahLst/>
            <a:cxnLst/>
            <a:rect r="r" b="b" t="t" l="l"/>
            <a:pathLst>
              <a:path h="468437" w="2105333">
                <a:moveTo>
                  <a:pt x="0" y="0"/>
                </a:moveTo>
                <a:lnTo>
                  <a:pt x="2105333" y="0"/>
                </a:lnTo>
                <a:lnTo>
                  <a:pt x="2105333" y="468437"/>
                </a:lnTo>
                <a:lnTo>
                  <a:pt x="0" y="4684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7" id="7"/>
          <p:cNvSpPr txBox="true"/>
          <p:nvPr/>
        </p:nvSpPr>
        <p:spPr>
          <a:xfrm rot="0">
            <a:off x="1028700" y="1181100"/>
            <a:ext cx="16161270" cy="1014731"/>
          </a:xfrm>
          <a:prstGeom prst="rect">
            <a:avLst/>
          </a:prstGeom>
        </p:spPr>
        <p:txBody>
          <a:bodyPr anchor="t" rtlCol="false" tIns="0" lIns="0" bIns="0" rIns="0">
            <a:spAutoFit/>
          </a:bodyPr>
          <a:lstStyle/>
          <a:p>
            <a:pPr algn="l">
              <a:lnSpc>
                <a:spcPts val="7700"/>
              </a:lnSpc>
            </a:pPr>
            <a:r>
              <a:rPr lang="en-US" sz="7700">
                <a:solidFill>
                  <a:srgbClr val="2F627C"/>
                </a:solidFill>
                <a:latin typeface="Notable"/>
                <a:ea typeface="Notable"/>
                <a:cs typeface="Notable"/>
                <a:sym typeface="Notable"/>
              </a:rPr>
              <a:t>PEMBAHASAN</a:t>
            </a:r>
          </a:p>
        </p:txBody>
      </p:sp>
      <p:grpSp>
        <p:nvGrpSpPr>
          <p:cNvPr name="Group 8" id="8"/>
          <p:cNvGrpSpPr/>
          <p:nvPr/>
        </p:nvGrpSpPr>
        <p:grpSpPr>
          <a:xfrm rot="0">
            <a:off x="16988089" y="48905"/>
            <a:ext cx="542422" cy="8515143"/>
            <a:chOff x="0" y="0"/>
            <a:chExt cx="660400" cy="10367207"/>
          </a:xfrm>
        </p:grpSpPr>
        <p:sp>
          <p:nvSpPr>
            <p:cNvPr name="Freeform 9" id="9"/>
            <p:cNvSpPr/>
            <p:nvPr/>
          </p:nvSpPr>
          <p:spPr>
            <a:xfrm flipH="false" flipV="false" rot="0">
              <a:off x="0" y="0"/>
              <a:ext cx="660400" cy="10367207"/>
            </a:xfrm>
            <a:custGeom>
              <a:avLst/>
              <a:gdLst/>
              <a:ahLst/>
              <a:cxnLst/>
              <a:rect r="r" b="b" t="t" l="l"/>
              <a:pathLst>
                <a:path h="10367207" w="660400">
                  <a:moveTo>
                    <a:pt x="220252" y="10348138"/>
                  </a:moveTo>
                  <a:cubicBezTo>
                    <a:pt x="254109" y="10359651"/>
                    <a:pt x="292600" y="10367207"/>
                    <a:pt x="330378" y="10367207"/>
                  </a:cubicBezTo>
                  <a:cubicBezTo>
                    <a:pt x="368157" y="10367207"/>
                    <a:pt x="404509" y="10360730"/>
                    <a:pt x="438009" y="10349216"/>
                  </a:cubicBezTo>
                  <a:cubicBezTo>
                    <a:pt x="438723" y="10348857"/>
                    <a:pt x="439435" y="10348857"/>
                    <a:pt x="440148" y="10348497"/>
                  </a:cubicBezTo>
                  <a:cubicBezTo>
                    <a:pt x="565955" y="10302442"/>
                    <a:pt x="658618" y="10180828"/>
                    <a:pt x="660400" y="9826475"/>
                  </a:cubicBezTo>
                  <a:lnTo>
                    <a:pt x="660400" y="0"/>
                  </a:lnTo>
                  <a:lnTo>
                    <a:pt x="0" y="0"/>
                  </a:lnTo>
                  <a:lnTo>
                    <a:pt x="0" y="9819182"/>
                  </a:lnTo>
                  <a:cubicBezTo>
                    <a:pt x="1782" y="10181547"/>
                    <a:pt x="93019" y="10303162"/>
                    <a:pt x="220252" y="10348138"/>
                  </a:cubicBezTo>
                  <a:close/>
                </a:path>
              </a:pathLst>
            </a:custGeom>
            <a:solidFill>
              <a:srgbClr val="DBF1FF"/>
            </a:solidFill>
          </p:spPr>
        </p:sp>
        <p:sp>
          <p:nvSpPr>
            <p:cNvPr name="TextBox 10" id="10"/>
            <p:cNvSpPr txBox="true"/>
            <p:nvPr/>
          </p:nvSpPr>
          <p:spPr>
            <a:xfrm>
              <a:off x="0" y="-38100"/>
              <a:ext cx="660400" cy="10278307"/>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826819" y="2404415"/>
            <a:ext cx="16161270" cy="380999"/>
          </a:xfrm>
          <a:prstGeom prst="rect">
            <a:avLst/>
          </a:prstGeom>
        </p:spPr>
        <p:txBody>
          <a:bodyPr anchor="t" rtlCol="false" tIns="0" lIns="0" bIns="0" rIns="0">
            <a:spAutoFit/>
          </a:bodyPr>
          <a:lstStyle/>
          <a:p>
            <a:pPr algn="l" marL="647695" indent="-323848" lvl="1">
              <a:lnSpc>
                <a:spcPts val="2999"/>
              </a:lnSpc>
              <a:buAutoNum type="arabicPeriod" startAt="1"/>
            </a:pPr>
            <a:r>
              <a:rPr lang="en-US" sz="2999">
                <a:solidFill>
                  <a:srgbClr val="2F627C"/>
                </a:solidFill>
                <a:latin typeface="Notable"/>
                <a:ea typeface="Notable"/>
                <a:cs typeface="Notable"/>
                <a:sym typeface="Notable"/>
              </a:rPr>
              <a:t> KONSEP DASAR SQL</a:t>
            </a:r>
          </a:p>
        </p:txBody>
      </p:sp>
      <p:sp>
        <p:nvSpPr>
          <p:cNvPr name="TextBox 12" id="12"/>
          <p:cNvSpPr txBox="true"/>
          <p:nvPr/>
        </p:nvSpPr>
        <p:spPr>
          <a:xfrm rot="0">
            <a:off x="1028700" y="3088885"/>
            <a:ext cx="14722650" cy="2971800"/>
          </a:xfrm>
          <a:prstGeom prst="rect">
            <a:avLst/>
          </a:prstGeom>
        </p:spPr>
        <p:txBody>
          <a:bodyPr anchor="t" rtlCol="false" tIns="0" lIns="0" bIns="0" rIns="0">
            <a:spAutoFit/>
          </a:bodyPr>
          <a:lstStyle/>
          <a:p>
            <a:pPr algn="just">
              <a:lnSpc>
                <a:spcPts val="2999"/>
              </a:lnSpc>
            </a:pPr>
            <a:r>
              <a:rPr lang="en-US" sz="2499">
                <a:solidFill>
                  <a:srgbClr val="12252E"/>
                </a:solidFill>
                <a:latin typeface="Glacial Indifference"/>
                <a:ea typeface="Glacial Indifference"/>
                <a:cs typeface="Glacial Indifference"/>
                <a:sym typeface="Glacial Indifference"/>
              </a:rPr>
              <a:t>SQL (Structured Quary Language) Merupakan bahasa yang digunakan untuk mengelola dan mengakses database relasional. SQL memungkinkan pengguna untuk membuat, membaca, memperbarui, dan menghapus data seperti MySQL, PostgreSQL, SQL Server, dan Oracle. SQL merupakan Bahasa standar yang digunakan untuk mengolah basis data.</a:t>
            </a:r>
          </a:p>
          <a:p>
            <a:pPr algn="just">
              <a:lnSpc>
                <a:spcPts val="2999"/>
              </a:lnSpc>
            </a:pPr>
          </a:p>
          <a:p>
            <a:pPr algn="just" marL="539749" indent="-269875" lvl="1">
              <a:lnSpc>
                <a:spcPts val="2999"/>
              </a:lnSpc>
              <a:buFont typeface="Arial"/>
              <a:buChar char="•"/>
            </a:pPr>
            <a:r>
              <a:rPr lang="en-US" sz="2499">
                <a:solidFill>
                  <a:srgbClr val="12252E"/>
                </a:solidFill>
                <a:latin typeface="Glacial Indifference"/>
                <a:ea typeface="Glacial Indifference"/>
                <a:cs typeface="Glacial Indifference"/>
                <a:sym typeface="Glacial Indifference"/>
              </a:rPr>
              <a:t>MySQL</a:t>
            </a:r>
          </a:p>
          <a:p>
            <a:pPr algn="just" marL="539749" indent="-269875" lvl="1">
              <a:lnSpc>
                <a:spcPts val="2999"/>
              </a:lnSpc>
              <a:buFont typeface="Arial"/>
              <a:buChar char="•"/>
            </a:pPr>
            <a:r>
              <a:rPr lang="en-US" sz="2499">
                <a:solidFill>
                  <a:srgbClr val="12252E"/>
                </a:solidFill>
                <a:latin typeface="Glacial Indifference"/>
                <a:ea typeface="Glacial Indifference"/>
                <a:cs typeface="Glacial Indifference"/>
                <a:sym typeface="Glacial Indifference"/>
              </a:rPr>
              <a:t>SQL Server</a:t>
            </a:r>
          </a:p>
          <a:p>
            <a:pPr algn="just">
              <a:lnSpc>
                <a:spcPts val="2999"/>
              </a:lnSpc>
            </a:pPr>
            <a:r>
              <a:rPr lang="en-US" sz="2499">
                <a:solidFill>
                  <a:srgbClr val="12252E"/>
                </a:solidFill>
                <a:latin typeface="Glacial Indifference"/>
                <a:ea typeface="Glacial Indifference"/>
                <a:cs typeface="Glacial Indifference"/>
                <a:sym typeface="Glacial Indifference"/>
              </a:rPr>
              <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20984" y="928066"/>
            <a:ext cx="11137642" cy="1380476"/>
          </a:xfrm>
          <a:prstGeom prst="rect">
            <a:avLst/>
          </a:prstGeom>
        </p:spPr>
        <p:txBody>
          <a:bodyPr anchor="t" rtlCol="false" tIns="0" lIns="0" bIns="0" rIns="0">
            <a:spAutoFit/>
          </a:bodyPr>
          <a:lstStyle/>
          <a:p>
            <a:pPr algn="l">
              <a:lnSpc>
                <a:spcPts val="5313"/>
              </a:lnSpc>
            </a:pPr>
            <a:r>
              <a:rPr lang="en-US" sz="5313">
                <a:solidFill>
                  <a:srgbClr val="2F627C"/>
                </a:solidFill>
                <a:latin typeface="Notable"/>
                <a:ea typeface="Notable"/>
                <a:cs typeface="Notable"/>
                <a:sym typeface="Notable"/>
              </a:rPr>
              <a:t>PERINTAH DAN PENGERTIAN DDL</a:t>
            </a:r>
          </a:p>
        </p:txBody>
      </p:sp>
      <p:grpSp>
        <p:nvGrpSpPr>
          <p:cNvPr name="Group 3" id="3"/>
          <p:cNvGrpSpPr/>
          <p:nvPr/>
        </p:nvGrpSpPr>
        <p:grpSpPr>
          <a:xfrm rot="0">
            <a:off x="17038255" y="-1543050"/>
            <a:ext cx="5575963" cy="3086100"/>
            <a:chOff x="0" y="0"/>
            <a:chExt cx="1468566" cy="812800"/>
          </a:xfrm>
        </p:grpSpPr>
        <p:sp>
          <p:nvSpPr>
            <p:cNvPr name="Freeform 4" id="4"/>
            <p:cNvSpPr/>
            <p:nvPr/>
          </p:nvSpPr>
          <p:spPr>
            <a:xfrm flipH="false" flipV="false" rot="0">
              <a:off x="0" y="0"/>
              <a:ext cx="1468566" cy="812800"/>
            </a:xfrm>
            <a:custGeom>
              <a:avLst/>
              <a:gdLst/>
              <a:ahLst/>
              <a:cxnLst/>
              <a:rect r="r" b="b" t="t" l="l"/>
              <a:pathLst>
                <a:path h="812800" w="1468566">
                  <a:moveTo>
                    <a:pt x="0" y="0"/>
                  </a:moveTo>
                  <a:lnTo>
                    <a:pt x="1468566" y="0"/>
                  </a:lnTo>
                  <a:lnTo>
                    <a:pt x="1468566" y="812800"/>
                  </a:lnTo>
                  <a:lnTo>
                    <a:pt x="0" y="812800"/>
                  </a:lnTo>
                  <a:close/>
                </a:path>
              </a:pathLst>
            </a:custGeom>
            <a:solidFill>
              <a:srgbClr val="4693B9"/>
            </a:solidFill>
          </p:spPr>
        </p:sp>
        <p:sp>
          <p:nvSpPr>
            <p:cNvPr name="TextBox 5" id="5"/>
            <p:cNvSpPr txBox="true"/>
            <p:nvPr/>
          </p:nvSpPr>
          <p:spPr>
            <a:xfrm>
              <a:off x="0" y="-38100"/>
              <a:ext cx="1468566"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2166342" y="-68679"/>
            <a:ext cx="5463488" cy="1611729"/>
          </a:xfrm>
          <a:custGeom>
            <a:avLst/>
            <a:gdLst/>
            <a:ahLst/>
            <a:cxnLst/>
            <a:rect r="r" b="b" t="t" l="l"/>
            <a:pathLst>
              <a:path h="1611729" w="5463488">
                <a:moveTo>
                  <a:pt x="0" y="0"/>
                </a:moveTo>
                <a:lnTo>
                  <a:pt x="5463488" y="0"/>
                </a:lnTo>
                <a:lnTo>
                  <a:pt x="5463488" y="1611729"/>
                </a:lnTo>
                <a:lnTo>
                  <a:pt x="0" y="16117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454118" y="2421890"/>
            <a:ext cx="2105333" cy="468437"/>
          </a:xfrm>
          <a:custGeom>
            <a:avLst/>
            <a:gdLst/>
            <a:ahLst/>
            <a:cxnLst/>
            <a:rect r="r" b="b" t="t" l="l"/>
            <a:pathLst>
              <a:path h="468437" w="2105333">
                <a:moveTo>
                  <a:pt x="0" y="0"/>
                </a:moveTo>
                <a:lnTo>
                  <a:pt x="2105333" y="0"/>
                </a:lnTo>
                <a:lnTo>
                  <a:pt x="2105333" y="468437"/>
                </a:lnTo>
                <a:lnTo>
                  <a:pt x="0" y="4684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8" id="8"/>
          <p:cNvSpPr txBox="true"/>
          <p:nvPr/>
        </p:nvSpPr>
        <p:spPr>
          <a:xfrm rot="0">
            <a:off x="820984" y="4424362"/>
            <a:ext cx="8917258" cy="2228850"/>
          </a:xfrm>
          <a:prstGeom prst="rect">
            <a:avLst/>
          </a:prstGeom>
        </p:spPr>
        <p:txBody>
          <a:bodyPr anchor="t" rtlCol="false" tIns="0" lIns="0" bIns="0" rIns="0">
            <a:spAutoFit/>
          </a:bodyPr>
          <a:lstStyle/>
          <a:p>
            <a:pPr algn="just">
              <a:lnSpc>
                <a:spcPts val="2999"/>
              </a:lnSpc>
            </a:pPr>
            <a:r>
              <a:rPr lang="en-US" sz="2499">
                <a:solidFill>
                  <a:srgbClr val="12252E"/>
                </a:solidFill>
                <a:latin typeface="Glacial Indifference"/>
                <a:ea typeface="Glacial Indifference"/>
                <a:cs typeface="Glacial Indifference"/>
                <a:sym typeface="Glacial Indifference"/>
              </a:rPr>
              <a:t> DDL adalah sekumpulan perintah dalam SQL yang digunakan untuk mendefinisikan, mengubah, atau menghapus struktur database, termasuk tabel, indeks, dan skema. Perintah-perintah dalam DDL tidak dapat dikembalikan (rollback) setelah dieksekusi karena perubahan yang dilakukan bersifat permanen. </a:t>
            </a:r>
          </a:p>
          <a:p>
            <a:pPr algn="just">
              <a:lnSpc>
                <a:spcPts val="2999"/>
              </a:lnSpc>
            </a:pPr>
          </a:p>
        </p:txBody>
      </p:sp>
      <p:sp>
        <p:nvSpPr>
          <p:cNvPr name="Freeform 9" id="9"/>
          <p:cNvSpPr/>
          <p:nvPr/>
        </p:nvSpPr>
        <p:spPr>
          <a:xfrm flipH="false" flipV="false" rot="0">
            <a:off x="10739700" y="4457046"/>
            <a:ext cx="537279" cy="481537"/>
          </a:xfrm>
          <a:custGeom>
            <a:avLst/>
            <a:gdLst/>
            <a:ahLst/>
            <a:cxnLst/>
            <a:rect r="r" b="b" t="t" l="l"/>
            <a:pathLst>
              <a:path h="481537" w="537279">
                <a:moveTo>
                  <a:pt x="0" y="0"/>
                </a:moveTo>
                <a:lnTo>
                  <a:pt x="537279" y="0"/>
                </a:lnTo>
                <a:lnTo>
                  <a:pt x="537279" y="481537"/>
                </a:lnTo>
                <a:lnTo>
                  <a:pt x="0" y="4815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0756768" y="5652290"/>
            <a:ext cx="537279" cy="481537"/>
          </a:xfrm>
          <a:custGeom>
            <a:avLst/>
            <a:gdLst/>
            <a:ahLst/>
            <a:cxnLst/>
            <a:rect r="r" b="b" t="t" l="l"/>
            <a:pathLst>
              <a:path h="481537" w="537279">
                <a:moveTo>
                  <a:pt x="0" y="0"/>
                </a:moveTo>
                <a:lnTo>
                  <a:pt x="537279" y="0"/>
                </a:lnTo>
                <a:lnTo>
                  <a:pt x="537279" y="481536"/>
                </a:lnTo>
                <a:lnTo>
                  <a:pt x="0" y="4815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0739700" y="6505301"/>
            <a:ext cx="537279" cy="481537"/>
          </a:xfrm>
          <a:custGeom>
            <a:avLst/>
            <a:gdLst/>
            <a:ahLst/>
            <a:cxnLst/>
            <a:rect r="r" b="b" t="t" l="l"/>
            <a:pathLst>
              <a:path h="481537" w="537279">
                <a:moveTo>
                  <a:pt x="0" y="0"/>
                </a:moveTo>
                <a:lnTo>
                  <a:pt x="537279" y="0"/>
                </a:lnTo>
                <a:lnTo>
                  <a:pt x="537279" y="481537"/>
                </a:lnTo>
                <a:lnTo>
                  <a:pt x="0" y="4815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0739700" y="7463088"/>
            <a:ext cx="537279" cy="481537"/>
          </a:xfrm>
          <a:custGeom>
            <a:avLst/>
            <a:gdLst/>
            <a:ahLst/>
            <a:cxnLst/>
            <a:rect r="r" b="b" t="t" l="l"/>
            <a:pathLst>
              <a:path h="481537" w="537279">
                <a:moveTo>
                  <a:pt x="0" y="0"/>
                </a:moveTo>
                <a:lnTo>
                  <a:pt x="537279" y="0"/>
                </a:lnTo>
                <a:lnTo>
                  <a:pt x="537279" y="481537"/>
                </a:lnTo>
                <a:lnTo>
                  <a:pt x="0" y="4815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1467578" y="4471858"/>
            <a:ext cx="5774653" cy="466725"/>
          </a:xfrm>
          <a:prstGeom prst="rect">
            <a:avLst/>
          </a:prstGeom>
        </p:spPr>
        <p:txBody>
          <a:bodyPr anchor="t" rtlCol="false" tIns="0" lIns="0" bIns="0" rIns="0">
            <a:spAutoFit/>
          </a:bodyPr>
          <a:lstStyle/>
          <a:p>
            <a:pPr algn="l">
              <a:lnSpc>
                <a:spcPts val="3600"/>
              </a:lnSpc>
            </a:pPr>
            <a:r>
              <a:rPr lang="en-US" sz="3000" b="true">
                <a:solidFill>
                  <a:srgbClr val="2F627C"/>
                </a:solidFill>
                <a:latin typeface="Glacial Indifference Bold"/>
                <a:ea typeface="Glacial Indifference Bold"/>
                <a:cs typeface="Glacial Indifference Bold"/>
                <a:sym typeface="Glacial Indifference Bold"/>
              </a:rPr>
              <a:t>CREATE</a:t>
            </a:r>
          </a:p>
        </p:txBody>
      </p:sp>
      <p:sp>
        <p:nvSpPr>
          <p:cNvPr name="TextBox 14" id="14"/>
          <p:cNvSpPr txBox="true"/>
          <p:nvPr/>
        </p:nvSpPr>
        <p:spPr>
          <a:xfrm rot="0">
            <a:off x="11484647" y="5642765"/>
            <a:ext cx="5544281" cy="4667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2F627C"/>
                </a:solidFill>
                <a:latin typeface="Glacial Indifference Bold"/>
                <a:ea typeface="Glacial Indifference Bold"/>
                <a:cs typeface="Glacial Indifference Bold"/>
                <a:sym typeface="Glacial Indifference Bold"/>
              </a:rPr>
              <a:t>ALTER</a:t>
            </a:r>
          </a:p>
        </p:txBody>
      </p:sp>
      <p:sp>
        <p:nvSpPr>
          <p:cNvPr name="TextBox 15" id="15"/>
          <p:cNvSpPr txBox="true"/>
          <p:nvPr/>
        </p:nvSpPr>
        <p:spPr>
          <a:xfrm rot="0">
            <a:off x="11484547" y="6520113"/>
            <a:ext cx="4828588" cy="4667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2F627C"/>
                </a:solidFill>
                <a:latin typeface="Glacial Indifference Bold"/>
                <a:ea typeface="Glacial Indifference Bold"/>
                <a:cs typeface="Glacial Indifference Bold"/>
                <a:sym typeface="Glacial Indifference Bold"/>
              </a:rPr>
              <a:t>DROP</a:t>
            </a:r>
          </a:p>
        </p:txBody>
      </p:sp>
      <p:sp>
        <p:nvSpPr>
          <p:cNvPr name="TextBox 16" id="16"/>
          <p:cNvSpPr txBox="true"/>
          <p:nvPr/>
        </p:nvSpPr>
        <p:spPr>
          <a:xfrm rot="0">
            <a:off x="11484547" y="7453563"/>
            <a:ext cx="5774753" cy="4667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2F627C"/>
                </a:solidFill>
                <a:latin typeface="Glacial Indifference Bold"/>
                <a:ea typeface="Glacial Indifference Bold"/>
                <a:cs typeface="Glacial Indifference Bold"/>
                <a:sym typeface="Glacial Indifference Bold"/>
              </a:rPr>
              <a:t>TRUNCATE</a:t>
            </a:r>
          </a:p>
        </p:txBody>
      </p:sp>
      <p:grpSp>
        <p:nvGrpSpPr>
          <p:cNvPr name="Group 17" id="17"/>
          <p:cNvGrpSpPr/>
          <p:nvPr/>
        </p:nvGrpSpPr>
        <p:grpSpPr>
          <a:xfrm rot="0">
            <a:off x="820984" y="9153853"/>
            <a:ext cx="16646032" cy="208893"/>
            <a:chOff x="0" y="0"/>
            <a:chExt cx="4384140" cy="55017"/>
          </a:xfrm>
        </p:grpSpPr>
        <p:sp>
          <p:nvSpPr>
            <p:cNvPr name="Freeform 18" id="18"/>
            <p:cNvSpPr/>
            <p:nvPr/>
          </p:nvSpPr>
          <p:spPr>
            <a:xfrm flipH="false" flipV="false" rot="0">
              <a:off x="0" y="0"/>
              <a:ext cx="4384140" cy="55017"/>
            </a:xfrm>
            <a:custGeom>
              <a:avLst/>
              <a:gdLst/>
              <a:ahLst/>
              <a:cxnLst/>
              <a:rect r="r" b="b" t="t" l="l"/>
              <a:pathLst>
                <a:path h="55017" w="4384140">
                  <a:moveTo>
                    <a:pt x="27509" y="0"/>
                  </a:moveTo>
                  <a:lnTo>
                    <a:pt x="4356632" y="0"/>
                  </a:lnTo>
                  <a:cubicBezTo>
                    <a:pt x="4363927" y="0"/>
                    <a:pt x="4370924" y="2898"/>
                    <a:pt x="4376083" y="8057"/>
                  </a:cubicBezTo>
                  <a:cubicBezTo>
                    <a:pt x="4381242" y="13216"/>
                    <a:pt x="4384140" y="20213"/>
                    <a:pt x="4384140" y="27509"/>
                  </a:cubicBezTo>
                  <a:lnTo>
                    <a:pt x="4384140" y="27509"/>
                  </a:lnTo>
                  <a:cubicBezTo>
                    <a:pt x="4384140" y="34804"/>
                    <a:pt x="4381242" y="41801"/>
                    <a:pt x="4376083" y="46960"/>
                  </a:cubicBezTo>
                  <a:cubicBezTo>
                    <a:pt x="4370924" y="52119"/>
                    <a:pt x="4363927" y="55017"/>
                    <a:pt x="4356632" y="55017"/>
                  </a:cubicBezTo>
                  <a:lnTo>
                    <a:pt x="27509" y="55017"/>
                  </a:lnTo>
                  <a:cubicBezTo>
                    <a:pt x="20213" y="55017"/>
                    <a:pt x="13216" y="52119"/>
                    <a:pt x="8057" y="46960"/>
                  </a:cubicBezTo>
                  <a:cubicBezTo>
                    <a:pt x="2898" y="41801"/>
                    <a:pt x="0" y="34804"/>
                    <a:pt x="0" y="27509"/>
                  </a:cubicBezTo>
                  <a:lnTo>
                    <a:pt x="0" y="27509"/>
                  </a:lnTo>
                  <a:cubicBezTo>
                    <a:pt x="0" y="20213"/>
                    <a:pt x="2898" y="13216"/>
                    <a:pt x="8057" y="8057"/>
                  </a:cubicBezTo>
                  <a:cubicBezTo>
                    <a:pt x="13216" y="2898"/>
                    <a:pt x="20213" y="0"/>
                    <a:pt x="27509" y="0"/>
                  </a:cubicBezTo>
                  <a:close/>
                </a:path>
              </a:pathLst>
            </a:custGeom>
            <a:solidFill>
              <a:srgbClr val="4693B9"/>
            </a:solidFill>
          </p:spPr>
        </p:sp>
        <p:sp>
          <p:nvSpPr>
            <p:cNvPr name="TextBox 19" id="19"/>
            <p:cNvSpPr txBox="true"/>
            <p:nvPr/>
          </p:nvSpPr>
          <p:spPr>
            <a:xfrm>
              <a:off x="0" y="-38100"/>
              <a:ext cx="4384140" cy="93117"/>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820984" y="2889567"/>
            <a:ext cx="7377112" cy="887095"/>
          </a:xfrm>
          <a:prstGeom prst="rect">
            <a:avLst/>
          </a:prstGeom>
        </p:spPr>
        <p:txBody>
          <a:bodyPr anchor="t" rtlCol="false" tIns="0" lIns="0" bIns="0" rIns="0">
            <a:spAutoFit/>
          </a:bodyPr>
          <a:lstStyle/>
          <a:p>
            <a:pPr algn="ctr">
              <a:lnSpc>
                <a:spcPts val="7279"/>
              </a:lnSpc>
            </a:pPr>
            <a:r>
              <a:rPr lang="en-US" sz="5199">
                <a:solidFill>
                  <a:srgbClr val="000000"/>
                </a:solidFill>
                <a:latin typeface="DM Serif Display"/>
                <a:ea typeface="DM Serif Display"/>
                <a:cs typeface="DM Serif Display"/>
                <a:sym typeface="DM Serif Display"/>
              </a:rPr>
              <a:t>Data Definition Language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20984" y="928066"/>
            <a:ext cx="11137642" cy="1380476"/>
          </a:xfrm>
          <a:prstGeom prst="rect">
            <a:avLst/>
          </a:prstGeom>
        </p:spPr>
        <p:txBody>
          <a:bodyPr anchor="t" rtlCol="false" tIns="0" lIns="0" bIns="0" rIns="0">
            <a:spAutoFit/>
          </a:bodyPr>
          <a:lstStyle/>
          <a:p>
            <a:pPr algn="l">
              <a:lnSpc>
                <a:spcPts val="5313"/>
              </a:lnSpc>
            </a:pPr>
            <a:r>
              <a:rPr lang="en-US" sz="5313">
                <a:solidFill>
                  <a:srgbClr val="2F627C"/>
                </a:solidFill>
                <a:latin typeface="Notable"/>
                <a:ea typeface="Notable"/>
                <a:cs typeface="Notable"/>
                <a:sym typeface="Notable"/>
              </a:rPr>
              <a:t>PERINTAH DAN PENGERTIAN DML</a:t>
            </a:r>
          </a:p>
        </p:txBody>
      </p:sp>
      <p:grpSp>
        <p:nvGrpSpPr>
          <p:cNvPr name="Group 3" id="3"/>
          <p:cNvGrpSpPr/>
          <p:nvPr/>
        </p:nvGrpSpPr>
        <p:grpSpPr>
          <a:xfrm rot="0">
            <a:off x="17038255" y="-1543050"/>
            <a:ext cx="5575963" cy="3086100"/>
            <a:chOff x="0" y="0"/>
            <a:chExt cx="1468566" cy="812800"/>
          </a:xfrm>
        </p:grpSpPr>
        <p:sp>
          <p:nvSpPr>
            <p:cNvPr name="Freeform 4" id="4"/>
            <p:cNvSpPr/>
            <p:nvPr/>
          </p:nvSpPr>
          <p:spPr>
            <a:xfrm flipH="false" flipV="false" rot="0">
              <a:off x="0" y="0"/>
              <a:ext cx="1468566" cy="812800"/>
            </a:xfrm>
            <a:custGeom>
              <a:avLst/>
              <a:gdLst/>
              <a:ahLst/>
              <a:cxnLst/>
              <a:rect r="r" b="b" t="t" l="l"/>
              <a:pathLst>
                <a:path h="812800" w="1468566">
                  <a:moveTo>
                    <a:pt x="0" y="0"/>
                  </a:moveTo>
                  <a:lnTo>
                    <a:pt x="1468566" y="0"/>
                  </a:lnTo>
                  <a:lnTo>
                    <a:pt x="1468566" y="812800"/>
                  </a:lnTo>
                  <a:lnTo>
                    <a:pt x="0" y="812800"/>
                  </a:lnTo>
                  <a:close/>
                </a:path>
              </a:pathLst>
            </a:custGeom>
            <a:solidFill>
              <a:srgbClr val="4693B9"/>
            </a:solidFill>
          </p:spPr>
        </p:sp>
        <p:sp>
          <p:nvSpPr>
            <p:cNvPr name="TextBox 5" id="5"/>
            <p:cNvSpPr txBox="true"/>
            <p:nvPr/>
          </p:nvSpPr>
          <p:spPr>
            <a:xfrm>
              <a:off x="0" y="-38100"/>
              <a:ext cx="1468566"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2166342" y="-68679"/>
            <a:ext cx="5463488" cy="1611729"/>
          </a:xfrm>
          <a:custGeom>
            <a:avLst/>
            <a:gdLst/>
            <a:ahLst/>
            <a:cxnLst/>
            <a:rect r="r" b="b" t="t" l="l"/>
            <a:pathLst>
              <a:path h="1611729" w="5463488">
                <a:moveTo>
                  <a:pt x="0" y="0"/>
                </a:moveTo>
                <a:lnTo>
                  <a:pt x="5463488" y="0"/>
                </a:lnTo>
                <a:lnTo>
                  <a:pt x="5463488" y="1611729"/>
                </a:lnTo>
                <a:lnTo>
                  <a:pt x="0" y="16117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454118" y="2421890"/>
            <a:ext cx="2105333" cy="468437"/>
          </a:xfrm>
          <a:custGeom>
            <a:avLst/>
            <a:gdLst/>
            <a:ahLst/>
            <a:cxnLst/>
            <a:rect r="r" b="b" t="t" l="l"/>
            <a:pathLst>
              <a:path h="468437" w="2105333">
                <a:moveTo>
                  <a:pt x="0" y="0"/>
                </a:moveTo>
                <a:lnTo>
                  <a:pt x="2105333" y="0"/>
                </a:lnTo>
                <a:lnTo>
                  <a:pt x="2105333" y="468437"/>
                </a:lnTo>
                <a:lnTo>
                  <a:pt x="0" y="4684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8" id="8"/>
          <p:cNvSpPr txBox="true"/>
          <p:nvPr/>
        </p:nvSpPr>
        <p:spPr>
          <a:xfrm rot="0">
            <a:off x="820984" y="4424362"/>
            <a:ext cx="8917258" cy="2971800"/>
          </a:xfrm>
          <a:prstGeom prst="rect">
            <a:avLst/>
          </a:prstGeom>
        </p:spPr>
        <p:txBody>
          <a:bodyPr anchor="t" rtlCol="false" tIns="0" lIns="0" bIns="0" rIns="0">
            <a:spAutoFit/>
          </a:bodyPr>
          <a:lstStyle/>
          <a:p>
            <a:pPr algn="just">
              <a:lnSpc>
                <a:spcPts val="2999"/>
              </a:lnSpc>
            </a:pPr>
            <a:r>
              <a:rPr lang="en-US" sz="2499">
                <a:solidFill>
                  <a:srgbClr val="12252E"/>
                </a:solidFill>
                <a:latin typeface="Glacial Indifference"/>
                <a:ea typeface="Glacial Indifference"/>
                <a:cs typeface="Glacial Indifference"/>
                <a:sym typeface="Glacial Indifference"/>
              </a:rPr>
              <a:t>Data Manipulation Language (DML) adalah bahasa Basis Data yang digunakan untuk memasukkan, mengubah, dan menghapus data dalam Basis Data. DML memungkinkan pengguna untuk melakukan operasi (CRUD) Create, Read, Update, Delete) pada data dalam basis data. DML berisi perintah-perintah seperti SELECT, INSERT, UPDATE, dan DELETE, yang digunakan untuk mengambil, menambahkan, memperbarui, dan menghapus data dalam Basis Data</a:t>
            </a:r>
          </a:p>
        </p:txBody>
      </p:sp>
      <p:sp>
        <p:nvSpPr>
          <p:cNvPr name="Freeform 9" id="9"/>
          <p:cNvSpPr/>
          <p:nvPr/>
        </p:nvSpPr>
        <p:spPr>
          <a:xfrm flipH="false" flipV="false" rot="0">
            <a:off x="10739700" y="4457046"/>
            <a:ext cx="537279" cy="481537"/>
          </a:xfrm>
          <a:custGeom>
            <a:avLst/>
            <a:gdLst/>
            <a:ahLst/>
            <a:cxnLst/>
            <a:rect r="r" b="b" t="t" l="l"/>
            <a:pathLst>
              <a:path h="481537" w="537279">
                <a:moveTo>
                  <a:pt x="0" y="0"/>
                </a:moveTo>
                <a:lnTo>
                  <a:pt x="537279" y="0"/>
                </a:lnTo>
                <a:lnTo>
                  <a:pt x="537279" y="481537"/>
                </a:lnTo>
                <a:lnTo>
                  <a:pt x="0" y="4815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0756768" y="5652290"/>
            <a:ext cx="537279" cy="481537"/>
          </a:xfrm>
          <a:custGeom>
            <a:avLst/>
            <a:gdLst/>
            <a:ahLst/>
            <a:cxnLst/>
            <a:rect r="r" b="b" t="t" l="l"/>
            <a:pathLst>
              <a:path h="481537" w="537279">
                <a:moveTo>
                  <a:pt x="0" y="0"/>
                </a:moveTo>
                <a:lnTo>
                  <a:pt x="537279" y="0"/>
                </a:lnTo>
                <a:lnTo>
                  <a:pt x="537279" y="481536"/>
                </a:lnTo>
                <a:lnTo>
                  <a:pt x="0" y="48153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0739700" y="6505301"/>
            <a:ext cx="537279" cy="481537"/>
          </a:xfrm>
          <a:custGeom>
            <a:avLst/>
            <a:gdLst/>
            <a:ahLst/>
            <a:cxnLst/>
            <a:rect r="r" b="b" t="t" l="l"/>
            <a:pathLst>
              <a:path h="481537" w="537279">
                <a:moveTo>
                  <a:pt x="0" y="0"/>
                </a:moveTo>
                <a:lnTo>
                  <a:pt x="537279" y="0"/>
                </a:lnTo>
                <a:lnTo>
                  <a:pt x="537279" y="481537"/>
                </a:lnTo>
                <a:lnTo>
                  <a:pt x="0" y="4815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0739700" y="7463088"/>
            <a:ext cx="537279" cy="481537"/>
          </a:xfrm>
          <a:custGeom>
            <a:avLst/>
            <a:gdLst/>
            <a:ahLst/>
            <a:cxnLst/>
            <a:rect r="r" b="b" t="t" l="l"/>
            <a:pathLst>
              <a:path h="481537" w="537279">
                <a:moveTo>
                  <a:pt x="0" y="0"/>
                </a:moveTo>
                <a:lnTo>
                  <a:pt x="537279" y="0"/>
                </a:lnTo>
                <a:lnTo>
                  <a:pt x="537279" y="481537"/>
                </a:lnTo>
                <a:lnTo>
                  <a:pt x="0" y="4815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1467578" y="4471858"/>
            <a:ext cx="5774653" cy="466725"/>
          </a:xfrm>
          <a:prstGeom prst="rect">
            <a:avLst/>
          </a:prstGeom>
        </p:spPr>
        <p:txBody>
          <a:bodyPr anchor="t" rtlCol="false" tIns="0" lIns="0" bIns="0" rIns="0">
            <a:spAutoFit/>
          </a:bodyPr>
          <a:lstStyle/>
          <a:p>
            <a:pPr algn="l">
              <a:lnSpc>
                <a:spcPts val="3600"/>
              </a:lnSpc>
            </a:pPr>
            <a:r>
              <a:rPr lang="en-US" sz="3000" b="true">
                <a:solidFill>
                  <a:srgbClr val="2F627C"/>
                </a:solidFill>
                <a:latin typeface="Glacial Indifference Bold"/>
                <a:ea typeface="Glacial Indifference Bold"/>
                <a:cs typeface="Glacial Indifference Bold"/>
                <a:sym typeface="Glacial Indifference Bold"/>
              </a:rPr>
              <a:t>SELECT</a:t>
            </a:r>
          </a:p>
        </p:txBody>
      </p:sp>
      <p:sp>
        <p:nvSpPr>
          <p:cNvPr name="TextBox 14" id="14"/>
          <p:cNvSpPr txBox="true"/>
          <p:nvPr/>
        </p:nvSpPr>
        <p:spPr>
          <a:xfrm rot="0">
            <a:off x="11484647" y="5642765"/>
            <a:ext cx="5544281" cy="4667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2F627C"/>
                </a:solidFill>
                <a:latin typeface="Glacial Indifference Bold"/>
                <a:ea typeface="Glacial Indifference Bold"/>
                <a:cs typeface="Glacial Indifference Bold"/>
                <a:sym typeface="Glacial Indifference Bold"/>
              </a:rPr>
              <a:t>INSERT</a:t>
            </a:r>
          </a:p>
        </p:txBody>
      </p:sp>
      <p:sp>
        <p:nvSpPr>
          <p:cNvPr name="TextBox 15" id="15"/>
          <p:cNvSpPr txBox="true"/>
          <p:nvPr/>
        </p:nvSpPr>
        <p:spPr>
          <a:xfrm rot="0">
            <a:off x="11484547" y="6520113"/>
            <a:ext cx="4828588" cy="4667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2F627C"/>
                </a:solidFill>
                <a:latin typeface="Glacial Indifference Bold"/>
                <a:ea typeface="Glacial Indifference Bold"/>
                <a:cs typeface="Glacial Indifference Bold"/>
                <a:sym typeface="Glacial Indifference Bold"/>
              </a:rPr>
              <a:t>UPDATE</a:t>
            </a:r>
          </a:p>
        </p:txBody>
      </p:sp>
      <p:sp>
        <p:nvSpPr>
          <p:cNvPr name="TextBox 16" id="16"/>
          <p:cNvSpPr txBox="true"/>
          <p:nvPr/>
        </p:nvSpPr>
        <p:spPr>
          <a:xfrm rot="0">
            <a:off x="11484547" y="7453563"/>
            <a:ext cx="5774753" cy="4667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2F627C"/>
                </a:solidFill>
                <a:latin typeface="Glacial Indifference Bold"/>
                <a:ea typeface="Glacial Indifference Bold"/>
                <a:cs typeface="Glacial Indifference Bold"/>
                <a:sym typeface="Glacial Indifference Bold"/>
              </a:rPr>
              <a:t>DELETE</a:t>
            </a:r>
          </a:p>
        </p:txBody>
      </p:sp>
      <p:grpSp>
        <p:nvGrpSpPr>
          <p:cNvPr name="Group 17" id="17"/>
          <p:cNvGrpSpPr/>
          <p:nvPr/>
        </p:nvGrpSpPr>
        <p:grpSpPr>
          <a:xfrm rot="0">
            <a:off x="820984" y="9153853"/>
            <a:ext cx="16646032" cy="208893"/>
            <a:chOff x="0" y="0"/>
            <a:chExt cx="4384140" cy="55017"/>
          </a:xfrm>
        </p:grpSpPr>
        <p:sp>
          <p:nvSpPr>
            <p:cNvPr name="Freeform 18" id="18"/>
            <p:cNvSpPr/>
            <p:nvPr/>
          </p:nvSpPr>
          <p:spPr>
            <a:xfrm flipH="false" flipV="false" rot="0">
              <a:off x="0" y="0"/>
              <a:ext cx="4384140" cy="55017"/>
            </a:xfrm>
            <a:custGeom>
              <a:avLst/>
              <a:gdLst/>
              <a:ahLst/>
              <a:cxnLst/>
              <a:rect r="r" b="b" t="t" l="l"/>
              <a:pathLst>
                <a:path h="55017" w="4384140">
                  <a:moveTo>
                    <a:pt x="27509" y="0"/>
                  </a:moveTo>
                  <a:lnTo>
                    <a:pt x="4356632" y="0"/>
                  </a:lnTo>
                  <a:cubicBezTo>
                    <a:pt x="4363927" y="0"/>
                    <a:pt x="4370924" y="2898"/>
                    <a:pt x="4376083" y="8057"/>
                  </a:cubicBezTo>
                  <a:cubicBezTo>
                    <a:pt x="4381242" y="13216"/>
                    <a:pt x="4384140" y="20213"/>
                    <a:pt x="4384140" y="27509"/>
                  </a:cubicBezTo>
                  <a:lnTo>
                    <a:pt x="4384140" y="27509"/>
                  </a:lnTo>
                  <a:cubicBezTo>
                    <a:pt x="4384140" y="34804"/>
                    <a:pt x="4381242" y="41801"/>
                    <a:pt x="4376083" y="46960"/>
                  </a:cubicBezTo>
                  <a:cubicBezTo>
                    <a:pt x="4370924" y="52119"/>
                    <a:pt x="4363927" y="55017"/>
                    <a:pt x="4356632" y="55017"/>
                  </a:cubicBezTo>
                  <a:lnTo>
                    <a:pt x="27509" y="55017"/>
                  </a:lnTo>
                  <a:cubicBezTo>
                    <a:pt x="20213" y="55017"/>
                    <a:pt x="13216" y="52119"/>
                    <a:pt x="8057" y="46960"/>
                  </a:cubicBezTo>
                  <a:cubicBezTo>
                    <a:pt x="2898" y="41801"/>
                    <a:pt x="0" y="34804"/>
                    <a:pt x="0" y="27509"/>
                  </a:cubicBezTo>
                  <a:lnTo>
                    <a:pt x="0" y="27509"/>
                  </a:lnTo>
                  <a:cubicBezTo>
                    <a:pt x="0" y="20213"/>
                    <a:pt x="2898" y="13216"/>
                    <a:pt x="8057" y="8057"/>
                  </a:cubicBezTo>
                  <a:cubicBezTo>
                    <a:pt x="13216" y="2898"/>
                    <a:pt x="20213" y="0"/>
                    <a:pt x="27509" y="0"/>
                  </a:cubicBezTo>
                  <a:close/>
                </a:path>
              </a:pathLst>
            </a:custGeom>
            <a:solidFill>
              <a:srgbClr val="4693B9"/>
            </a:solidFill>
          </p:spPr>
        </p:sp>
        <p:sp>
          <p:nvSpPr>
            <p:cNvPr name="TextBox 19" id="19"/>
            <p:cNvSpPr txBox="true"/>
            <p:nvPr/>
          </p:nvSpPr>
          <p:spPr>
            <a:xfrm>
              <a:off x="0" y="-38100"/>
              <a:ext cx="4384140" cy="93117"/>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789682" y="2399154"/>
            <a:ext cx="8354318" cy="887095"/>
          </a:xfrm>
          <a:prstGeom prst="rect">
            <a:avLst/>
          </a:prstGeom>
        </p:spPr>
        <p:txBody>
          <a:bodyPr anchor="t" rtlCol="false" tIns="0" lIns="0" bIns="0" rIns="0">
            <a:spAutoFit/>
          </a:bodyPr>
          <a:lstStyle/>
          <a:p>
            <a:pPr algn="ctr">
              <a:lnSpc>
                <a:spcPts val="7279"/>
              </a:lnSpc>
            </a:pPr>
            <a:r>
              <a:rPr lang="en-US" sz="5199">
                <a:solidFill>
                  <a:srgbClr val="000000"/>
                </a:solidFill>
                <a:latin typeface="DM Serif Display"/>
                <a:ea typeface="DM Serif Display"/>
                <a:cs typeface="DM Serif Display"/>
                <a:sym typeface="DM Serif Display"/>
              </a:rPr>
              <a:t>Data Manipulation Language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524030" y="-1543050"/>
            <a:ext cx="5575963" cy="3086100"/>
            <a:chOff x="0" y="0"/>
            <a:chExt cx="1468566" cy="812800"/>
          </a:xfrm>
        </p:grpSpPr>
        <p:sp>
          <p:nvSpPr>
            <p:cNvPr name="Freeform 3" id="3"/>
            <p:cNvSpPr/>
            <p:nvPr/>
          </p:nvSpPr>
          <p:spPr>
            <a:xfrm flipH="false" flipV="false" rot="0">
              <a:off x="0" y="0"/>
              <a:ext cx="1468566" cy="812800"/>
            </a:xfrm>
            <a:custGeom>
              <a:avLst/>
              <a:gdLst/>
              <a:ahLst/>
              <a:cxnLst/>
              <a:rect r="r" b="b" t="t" l="l"/>
              <a:pathLst>
                <a:path h="812800" w="1468566">
                  <a:moveTo>
                    <a:pt x="0" y="0"/>
                  </a:moveTo>
                  <a:lnTo>
                    <a:pt x="1468566" y="0"/>
                  </a:lnTo>
                  <a:lnTo>
                    <a:pt x="1468566" y="812800"/>
                  </a:lnTo>
                  <a:lnTo>
                    <a:pt x="0" y="812800"/>
                  </a:lnTo>
                  <a:close/>
                </a:path>
              </a:pathLst>
            </a:custGeom>
            <a:solidFill>
              <a:srgbClr val="4693B9"/>
            </a:solidFill>
          </p:spPr>
        </p:sp>
        <p:sp>
          <p:nvSpPr>
            <p:cNvPr name="TextBox 4" id="4"/>
            <p:cNvSpPr txBox="true"/>
            <p:nvPr/>
          </p:nvSpPr>
          <p:spPr>
            <a:xfrm>
              <a:off x="0" y="-38100"/>
              <a:ext cx="1468566" cy="8509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2652117" y="-68679"/>
            <a:ext cx="5463488" cy="1611729"/>
          </a:xfrm>
          <a:custGeom>
            <a:avLst/>
            <a:gdLst/>
            <a:ahLst/>
            <a:cxnLst/>
            <a:rect r="r" b="b" t="t" l="l"/>
            <a:pathLst>
              <a:path h="1611729" w="5463488">
                <a:moveTo>
                  <a:pt x="0" y="0"/>
                </a:moveTo>
                <a:lnTo>
                  <a:pt x="5463488" y="0"/>
                </a:lnTo>
                <a:lnTo>
                  <a:pt x="5463488" y="1611729"/>
                </a:lnTo>
                <a:lnTo>
                  <a:pt x="0" y="16117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939893" y="2421890"/>
            <a:ext cx="2105333" cy="468437"/>
          </a:xfrm>
          <a:custGeom>
            <a:avLst/>
            <a:gdLst/>
            <a:ahLst/>
            <a:cxnLst/>
            <a:rect r="r" b="b" t="t" l="l"/>
            <a:pathLst>
              <a:path h="468437" w="2105333">
                <a:moveTo>
                  <a:pt x="0" y="0"/>
                </a:moveTo>
                <a:lnTo>
                  <a:pt x="2105333" y="0"/>
                </a:lnTo>
                <a:lnTo>
                  <a:pt x="2105333" y="468437"/>
                </a:lnTo>
                <a:lnTo>
                  <a:pt x="0" y="4684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7" id="7"/>
          <p:cNvSpPr txBox="true"/>
          <p:nvPr/>
        </p:nvSpPr>
        <p:spPr>
          <a:xfrm rot="0">
            <a:off x="1028700" y="1181100"/>
            <a:ext cx="12626367" cy="1986281"/>
          </a:xfrm>
          <a:prstGeom prst="rect">
            <a:avLst/>
          </a:prstGeom>
        </p:spPr>
        <p:txBody>
          <a:bodyPr anchor="t" rtlCol="false" tIns="0" lIns="0" bIns="0" rIns="0">
            <a:spAutoFit/>
          </a:bodyPr>
          <a:lstStyle/>
          <a:p>
            <a:pPr algn="l">
              <a:lnSpc>
                <a:spcPts val="7700"/>
              </a:lnSpc>
            </a:pPr>
            <a:r>
              <a:rPr lang="en-US" sz="7700">
                <a:solidFill>
                  <a:srgbClr val="2F627C"/>
                </a:solidFill>
                <a:latin typeface="Notable"/>
                <a:ea typeface="Notable"/>
                <a:cs typeface="Notable"/>
                <a:sym typeface="Notable"/>
              </a:rPr>
              <a:t>PERBEDAAN ANTARA DDL &amp; DML</a:t>
            </a:r>
          </a:p>
        </p:txBody>
      </p:sp>
      <p:sp>
        <p:nvSpPr>
          <p:cNvPr name="TextBox 8" id="8"/>
          <p:cNvSpPr txBox="true"/>
          <p:nvPr/>
        </p:nvSpPr>
        <p:spPr>
          <a:xfrm rot="0">
            <a:off x="1028700" y="4005581"/>
            <a:ext cx="17086905" cy="4415981"/>
          </a:xfrm>
          <a:prstGeom prst="rect">
            <a:avLst/>
          </a:prstGeom>
        </p:spPr>
        <p:txBody>
          <a:bodyPr anchor="t" rtlCol="false" tIns="0" lIns="0" bIns="0" rIns="0">
            <a:spAutoFit/>
          </a:bodyPr>
          <a:lstStyle/>
          <a:p>
            <a:pPr algn="just">
              <a:lnSpc>
                <a:spcPts val="2972"/>
              </a:lnSpc>
            </a:pPr>
            <a:r>
              <a:rPr lang="en-US" sz="2123">
                <a:solidFill>
                  <a:srgbClr val="2F627C"/>
                </a:solidFill>
                <a:latin typeface="League Spartan"/>
                <a:ea typeface="League Spartan"/>
                <a:cs typeface="League Spartan"/>
                <a:sym typeface="League Spartan"/>
              </a:rPr>
              <a:t>DDL (Data Definition Language) dan DML (Data Manipulation Language) merupakan dua komponen penting dalam pengelolaan basis data dengan fungsi yang berbeda. DDL bertugas untuk mendefinisikan, mengubah, atau menghapus struktur basis data, seperti membuat tabel (CREATE), memodifikasi skema (ALTER), atau menghapus objek (DROP). Perintah DDL bersifat auto-commit, sehingga perubahan langsung permanen dan umumnya tidak dapat di-rollback. Penggunaannya memerlukan hak akses tinggi karena berdampak langsung pada metadata dan skema basis data. Di sisi lain, DML digunakan untuk memanipulasi data dalam struktur yang sudah ada, seperti menambah data (INSERT), memperbarui nilai (UPDATE), atau mengambil informasi (SELECT). Perubahan melalui DML bersifat sementara hingga di-commit secara eksplisit, sehingga memungkinkan rollback jika diperlukan. Hak akses untuk DML lebih terbatas, biasanya diberikan kepada pengguna umum untuk operasi harian. Perbedaan utama terletak pada ruang lingkup: DDL mengatur struktur basis data, sedangkan DML mengelola isi data di dalamnya. Contohnya, CREATE TABLE (DDL) membangun kerangka tabel, sementara INSERT INTO (DML) mengisinya dengan baris data. Dengan demikian, kedua bahasa ini saling melengkapi dalam menjaga integritas dan fungsionalitas sistem basis data.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BF1FF"/>
        </a:solidFill>
      </p:bgPr>
    </p:bg>
    <p:spTree>
      <p:nvGrpSpPr>
        <p:cNvPr id="1" name=""/>
        <p:cNvGrpSpPr/>
        <p:nvPr/>
      </p:nvGrpSpPr>
      <p:grpSpPr>
        <a:xfrm>
          <a:off x="0" y="0"/>
          <a:ext cx="0" cy="0"/>
          <a:chOff x="0" y="0"/>
          <a:chExt cx="0" cy="0"/>
        </a:xfrm>
      </p:grpSpPr>
      <p:grpSp>
        <p:nvGrpSpPr>
          <p:cNvPr name="Group 2" id="2"/>
          <p:cNvGrpSpPr/>
          <p:nvPr/>
        </p:nvGrpSpPr>
        <p:grpSpPr>
          <a:xfrm rot="0">
            <a:off x="2468985" y="-1531515"/>
            <a:ext cx="13350030" cy="1335003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824512" y="0"/>
            <a:ext cx="5463488" cy="1611729"/>
          </a:xfrm>
          <a:custGeom>
            <a:avLst/>
            <a:gdLst/>
            <a:ahLst/>
            <a:cxnLst/>
            <a:rect r="r" b="b" t="t" l="l"/>
            <a:pathLst>
              <a:path h="1611729" w="5463488">
                <a:moveTo>
                  <a:pt x="0" y="0"/>
                </a:moveTo>
                <a:lnTo>
                  <a:pt x="5463488" y="0"/>
                </a:lnTo>
                <a:lnTo>
                  <a:pt x="5463488" y="1611729"/>
                </a:lnTo>
                <a:lnTo>
                  <a:pt x="0" y="16117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0" y="8675271"/>
            <a:ext cx="5463488" cy="1611729"/>
          </a:xfrm>
          <a:custGeom>
            <a:avLst/>
            <a:gdLst/>
            <a:ahLst/>
            <a:cxnLst/>
            <a:rect r="r" b="b" t="t" l="l"/>
            <a:pathLst>
              <a:path h="1611729" w="5463488">
                <a:moveTo>
                  <a:pt x="0" y="0"/>
                </a:moveTo>
                <a:lnTo>
                  <a:pt x="5463488" y="0"/>
                </a:lnTo>
                <a:lnTo>
                  <a:pt x="5463488" y="1611729"/>
                </a:lnTo>
                <a:lnTo>
                  <a:pt x="0" y="16117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0" y="0"/>
            <a:ext cx="5463488" cy="1611729"/>
          </a:xfrm>
          <a:custGeom>
            <a:avLst/>
            <a:gdLst/>
            <a:ahLst/>
            <a:cxnLst/>
            <a:rect r="r" b="b" t="t" l="l"/>
            <a:pathLst>
              <a:path h="1611729" w="5463488">
                <a:moveTo>
                  <a:pt x="5463488" y="0"/>
                </a:moveTo>
                <a:lnTo>
                  <a:pt x="0" y="0"/>
                </a:lnTo>
                <a:lnTo>
                  <a:pt x="0" y="1611729"/>
                </a:lnTo>
                <a:lnTo>
                  <a:pt x="5463488" y="1611729"/>
                </a:lnTo>
                <a:lnTo>
                  <a:pt x="546348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10800000">
            <a:off x="12824512" y="8675271"/>
            <a:ext cx="5463488" cy="1611729"/>
          </a:xfrm>
          <a:custGeom>
            <a:avLst/>
            <a:gdLst/>
            <a:ahLst/>
            <a:cxnLst/>
            <a:rect r="r" b="b" t="t" l="l"/>
            <a:pathLst>
              <a:path h="1611729" w="5463488">
                <a:moveTo>
                  <a:pt x="5463488" y="0"/>
                </a:moveTo>
                <a:lnTo>
                  <a:pt x="0" y="0"/>
                </a:lnTo>
                <a:lnTo>
                  <a:pt x="0" y="1611729"/>
                </a:lnTo>
                <a:lnTo>
                  <a:pt x="5463488" y="1611729"/>
                </a:lnTo>
                <a:lnTo>
                  <a:pt x="546348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981170" y="2800350"/>
            <a:ext cx="10325659" cy="2343150"/>
          </a:xfrm>
          <a:prstGeom prst="rect">
            <a:avLst/>
          </a:prstGeom>
        </p:spPr>
        <p:txBody>
          <a:bodyPr anchor="t" rtlCol="false" tIns="0" lIns="0" bIns="0" rIns="0">
            <a:spAutoFit/>
          </a:bodyPr>
          <a:lstStyle/>
          <a:p>
            <a:pPr algn="ctr">
              <a:lnSpc>
                <a:spcPts val="9000"/>
              </a:lnSpc>
            </a:pPr>
            <a:r>
              <a:rPr lang="en-US" sz="9000">
                <a:solidFill>
                  <a:srgbClr val="2F627C"/>
                </a:solidFill>
                <a:latin typeface="Notable"/>
                <a:ea typeface="Notable"/>
                <a:cs typeface="Notable"/>
                <a:sym typeface="Notable"/>
              </a:rPr>
              <a:t>ANY QUESTION?</a:t>
            </a:r>
          </a:p>
        </p:txBody>
      </p:sp>
      <p:sp>
        <p:nvSpPr>
          <p:cNvPr name="TextBox 10" id="10"/>
          <p:cNvSpPr txBox="true"/>
          <p:nvPr/>
        </p:nvSpPr>
        <p:spPr>
          <a:xfrm rot="0">
            <a:off x="4413672" y="5961300"/>
            <a:ext cx="10370186" cy="1384299"/>
          </a:xfrm>
          <a:prstGeom prst="rect">
            <a:avLst/>
          </a:prstGeom>
        </p:spPr>
        <p:txBody>
          <a:bodyPr anchor="t" rtlCol="false" tIns="0" lIns="0" bIns="0" rIns="0">
            <a:spAutoFit/>
          </a:bodyPr>
          <a:lstStyle/>
          <a:p>
            <a:pPr algn="l">
              <a:lnSpc>
                <a:spcPts val="5600"/>
              </a:lnSpc>
            </a:pPr>
            <a:r>
              <a:rPr lang="en-US" sz="4000">
                <a:solidFill>
                  <a:srgbClr val="2F627C"/>
                </a:solidFill>
                <a:latin typeface="DM Serif Display"/>
                <a:ea typeface="DM Serif Display"/>
                <a:cs typeface="DM Serif Display"/>
                <a:sym typeface="DM Serif Display"/>
              </a:rPr>
              <a:t>Rule : Ask what matters, not just for the sake of asking!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BF1FF"/>
        </a:solidFill>
      </p:bgPr>
    </p:bg>
    <p:spTree>
      <p:nvGrpSpPr>
        <p:cNvPr id="1" name=""/>
        <p:cNvGrpSpPr/>
        <p:nvPr/>
      </p:nvGrpSpPr>
      <p:grpSpPr>
        <a:xfrm>
          <a:off x="0" y="0"/>
          <a:ext cx="0" cy="0"/>
          <a:chOff x="0" y="0"/>
          <a:chExt cx="0" cy="0"/>
        </a:xfrm>
      </p:grpSpPr>
      <p:grpSp>
        <p:nvGrpSpPr>
          <p:cNvPr name="Group 2" id="2"/>
          <p:cNvGrpSpPr/>
          <p:nvPr/>
        </p:nvGrpSpPr>
        <p:grpSpPr>
          <a:xfrm rot="0">
            <a:off x="2468985" y="-1531515"/>
            <a:ext cx="13350030" cy="1335003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10800000">
            <a:off x="3776404" y="9258300"/>
            <a:ext cx="5463488" cy="1611729"/>
          </a:xfrm>
          <a:custGeom>
            <a:avLst/>
            <a:gdLst/>
            <a:ahLst/>
            <a:cxnLst/>
            <a:rect r="r" b="b" t="t" l="l"/>
            <a:pathLst>
              <a:path h="1611729" w="5463488">
                <a:moveTo>
                  <a:pt x="5463488" y="0"/>
                </a:moveTo>
                <a:lnTo>
                  <a:pt x="0" y="0"/>
                </a:lnTo>
                <a:lnTo>
                  <a:pt x="0" y="1611729"/>
                </a:lnTo>
                <a:lnTo>
                  <a:pt x="5463488" y="1611729"/>
                </a:lnTo>
                <a:lnTo>
                  <a:pt x="546348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9048108" y="9258300"/>
            <a:ext cx="5463488" cy="1611729"/>
          </a:xfrm>
          <a:custGeom>
            <a:avLst/>
            <a:gdLst/>
            <a:ahLst/>
            <a:cxnLst/>
            <a:rect r="r" b="b" t="t" l="l"/>
            <a:pathLst>
              <a:path h="1611729" w="5463488">
                <a:moveTo>
                  <a:pt x="0" y="0"/>
                </a:moveTo>
                <a:lnTo>
                  <a:pt x="5463488" y="0"/>
                </a:lnTo>
                <a:lnTo>
                  <a:pt x="5463488" y="1611729"/>
                </a:lnTo>
                <a:lnTo>
                  <a:pt x="0" y="16117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4321746" y="2715881"/>
            <a:ext cx="9452724" cy="3124200"/>
          </a:xfrm>
          <a:prstGeom prst="rect">
            <a:avLst/>
          </a:prstGeom>
        </p:spPr>
        <p:txBody>
          <a:bodyPr anchor="t" rtlCol="false" tIns="0" lIns="0" bIns="0" rIns="0">
            <a:spAutoFit/>
          </a:bodyPr>
          <a:lstStyle/>
          <a:p>
            <a:pPr algn="ctr">
              <a:lnSpc>
                <a:spcPts val="12000"/>
              </a:lnSpc>
            </a:pPr>
            <a:r>
              <a:rPr lang="en-US" sz="12000">
                <a:solidFill>
                  <a:srgbClr val="2F627C"/>
                </a:solidFill>
                <a:latin typeface="Notable"/>
                <a:ea typeface="Notable"/>
                <a:cs typeface="Notable"/>
                <a:sym typeface="Notable"/>
              </a:rPr>
              <a:t>THANK YOU</a:t>
            </a:r>
          </a:p>
        </p:txBody>
      </p:sp>
      <p:sp>
        <p:nvSpPr>
          <p:cNvPr name="TextBox 8" id="8"/>
          <p:cNvSpPr txBox="true"/>
          <p:nvPr/>
        </p:nvSpPr>
        <p:spPr>
          <a:xfrm rot="0">
            <a:off x="5228482" y="6143927"/>
            <a:ext cx="7831037" cy="1209675"/>
          </a:xfrm>
          <a:prstGeom prst="rect">
            <a:avLst/>
          </a:prstGeom>
        </p:spPr>
        <p:txBody>
          <a:bodyPr anchor="t" rtlCol="false" tIns="0" lIns="0" bIns="0" rIns="0">
            <a:spAutoFit/>
          </a:bodyPr>
          <a:lstStyle/>
          <a:p>
            <a:pPr algn="ctr">
              <a:lnSpc>
                <a:spcPts val="4799"/>
              </a:lnSpc>
            </a:pPr>
            <a:r>
              <a:rPr lang="en-US" sz="3999">
                <a:solidFill>
                  <a:srgbClr val="12252E"/>
                </a:solidFill>
                <a:latin typeface="Glacial Indifference"/>
                <a:ea typeface="Glacial Indifference"/>
                <a:cs typeface="Glacial Indifference"/>
                <a:sym typeface="Glacial Indifference"/>
              </a:rPr>
              <a:t>FOR YOUR INTEREST IN OUR ENGINEERING SERVICES</a:t>
            </a:r>
          </a:p>
        </p:txBody>
      </p:sp>
      <p:sp>
        <p:nvSpPr>
          <p:cNvPr name="Freeform 9" id="9"/>
          <p:cNvSpPr/>
          <p:nvPr/>
        </p:nvSpPr>
        <p:spPr>
          <a:xfrm flipH="false" flipV="false" rot="0">
            <a:off x="12824512" y="0"/>
            <a:ext cx="5463488" cy="1611729"/>
          </a:xfrm>
          <a:custGeom>
            <a:avLst/>
            <a:gdLst/>
            <a:ahLst/>
            <a:cxnLst/>
            <a:rect r="r" b="b" t="t" l="l"/>
            <a:pathLst>
              <a:path h="1611729" w="5463488">
                <a:moveTo>
                  <a:pt x="0" y="0"/>
                </a:moveTo>
                <a:lnTo>
                  <a:pt x="5463488" y="0"/>
                </a:lnTo>
                <a:lnTo>
                  <a:pt x="5463488" y="1611729"/>
                </a:lnTo>
                <a:lnTo>
                  <a:pt x="0" y="16117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false" rot="0">
            <a:off x="0" y="0"/>
            <a:ext cx="5463488" cy="1611729"/>
          </a:xfrm>
          <a:custGeom>
            <a:avLst/>
            <a:gdLst/>
            <a:ahLst/>
            <a:cxnLst/>
            <a:rect r="r" b="b" t="t" l="l"/>
            <a:pathLst>
              <a:path h="1611729" w="5463488">
                <a:moveTo>
                  <a:pt x="5463488" y="0"/>
                </a:moveTo>
                <a:lnTo>
                  <a:pt x="0" y="0"/>
                </a:lnTo>
                <a:lnTo>
                  <a:pt x="0" y="1611729"/>
                </a:lnTo>
                <a:lnTo>
                  <a:pt x="5463488" y="1611729"/>
                </a:lnTo>
                <a:lnTo>
                  <a:pt x="546348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16206633" y="7971415"/>
            <a:ext cx="2105333" cy="468437"/>
          </a:xfrm>
          <a:custGeom>
            <a:avLst/>
            <a:gdLst/>
            <a:ahLst/>
            <a:cxnLst/>
            <a:rect r="r" b="b" t="t" l="l"/>
            <a:pathLst>
              <a:path h="468437" w="2105333">
                <a:moveTo>
                  <a:pt x="0" y="0"/>
                </a:moveTo>
                <a:lnTo>
                  <a:pt x="2105334" y="0"/>
                </a:lnTo>
                <a:lnTo>
                  <a:pt x="2105334" y="468437"/>
                </a:lnTo>
                <a:lnTo>
                  <a:pt x="0" y="4684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2" id="12"/>
          <p:cNvSpPr/>
          <p:nvPr/>
        </p:nvSpPr>
        <p:spPr>
          <a:xfrm flipH="false" flipV="false" rot="-5400000">
            <a:off x="-23967" y="7971415"/>
            <a:ext cx="2105333" cy="468437"/>
          </a:xfrm>
          <a:custGeom>
            <a:avLst/>
            <a:gdLst/>
            <a:ahLst/>
            <a:cxnLst/>
            <a:rect r="r" b="b" t="t" l="l"/>
            <a:pathLst>
              <a:path h="468437" w="2105333">
                <a:moveTo>
                  <a:pt x="0" y="0"/>
                </a:moveTo>
                <a:lnTo>
                  <a:pt x="2105334" y="0"/>
                </a:lnTo>
                <a:lnTo>
                  <a:pt x="2105334" y="468437"/>
                </a:lnTo>
                <a:lnTo>
                  <a:pt x="0" y="4684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DAGiOz8DTsw</dc:identifier>
  <dcterms:modified xsi:type="dcterms:W3CDTF">2011-08-01T06:04:30Z</dcterms:modified>
  <cp:revision>1</cp:revision>
  <dc:title>Sistem basis data</dc:title>
</cp:coreProperties>
</file>